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09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B29FD9B-86CC-4FA9-BE10-F2FAC14B1B80}" type="datetimeFigureOut">
              <a:rPr lang="es-MX" smtClean="0"/>
              <a:t>14/06/2017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9FDCE49-B841-40C4-AD2B-11894A0A2156}" type="slidenum">
              <a:rPr lang="es-MX" smtClean="0"/>
              <a:t>‹#›</a:t>
            </a:fld>
            <a:endParaRPr lang="es-MX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Organigrama</a:t>
            </a:r>
            <a:endParaRPr lang="es-MX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err="1" smtClean="0"/>
              <a:t>Singularity</a:t>
            </a:r>
            <a:r>
              <a:rPr lang="es-MX" dirty="0" smtClean="0"/>
              <a:t> Software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95112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Organigrama</a:t>
            </a:r>
            <a:endParaRPr lang="es-MX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88840"/>
            <a:ext cx="8821811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9809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</TotalTime>
  <Words>4</Words>
  <Application>Microsoft Office PowerPoint</Application>
  <PresentationFormat>On-screen Show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Apex</vt:lpstr>
      <vt:lpstr>Organigrama</vt:lpstr>
      <vt:lpstr>Organigrama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Organigrama</dc:title>
  <dc:creator>MARTHA RODRIGUEZ CHAVEZ</dc:creator>
  <cp:lastModifiedBy>MARTHA RODRIGUEZ CHAVEZ</cp:lastModifiedBy>
  <cp:revision>1</cp:revision>
  <dcterms:created xsi:type="dcterms:W3CDTF">2017-06-14T20:38:15Z</dcterms:created>
  <dcterms:modified xsi:type="dcterms:W3CDTF">2017-06-14T20:42:33Z</dcterms:modified>
</cp:coreProperties>
</file>