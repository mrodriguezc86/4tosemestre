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1" r:id="rId3"/>
    <p:sldId id="267" r:id="rId4"/>
    <p:sldId id="262" r:id="rId5"/>
    <p:sldId id="263" r:id="rId6"/>
    <p:sldId id="260" r:id="rId7"/>
    <p:sldId id="258" r:id="rId8"/>
    <p:sldId id="265" r:id="rId9"/>
    <p:sldId id="259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2/10/2017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2/10/2017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2/10/2017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2/10/2017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2/10/2017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2/10/2017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2/10/2017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2/10/2017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2/10/2017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918" y="236289"/>
            <a:ext cx="3953436" cy="418912"/>
          </a:xfrm>
        </p:spPr>
        <p:txBody>
          <a:bodyPr>
            <a:noAutofit/>
          </a:bodyPr>
          <a:lstStyle/>
          <a:p>
            <a:r>
              <a:rPr lang="es-MX" sz="1800" b="1" dirty="0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5215" t="4228" r="10245" b="9743"/>
          <a:stretch/>
        </p:blipFill>
        <p:spPr>
          <a:xfrm>
            <a:off x="1438835" y="750010"/>
            <a:ext cx="9829800" cy="562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95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8935" t="3911" r="8695" b="9089"/>
          <a:stretch/>
        </p:blipFill>
        <p:spPr>
          <a:xfrm>
            <a:off x="1304365" y="685214"/>
            <a:ext cx="9961312" cy="5915238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65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697858" y="2370275"/>
            <a:ext cx="340349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s-MX" dirty="0" smtClean="0">
                <a:solidFill>
                  <a:srgbClr val="616664"/>
                </a:solidFill>
                <a:latin typeface="Open Sans"/>
              </a:rPr>
              <a:t>Eliminar </a:t>
            </a:r>
            <a:r>
              <a:rPr lang="es-MX" dirty="0">
                <a:solidFill>
                  <a:srgbClr val="616664"/>
                </a:solidFill>
                <a:latin typeface="Open Sans"/>
              </a:rPr>
              <a:t>o minimizar los riesgos</a:t>
            </a: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6225988" y="1855694"/>
            <a:ext cx="402155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dirty="0"/>
              <a:t>G</a:t>
            </a:r>
            <a:r>
              <a:rPr lang="es-MX" dirty="0" smtClean="0"/>
              <a:t>ran </a:t>
            </a:r>
            <a:r>
              <a:rPr lang="es-MX" dirty="0"/>
              <a:t>aceptación de las normas de gestión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697858" y="6130649"/>
            <a:ext cx="971734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dirty="0" smtClean="0"/>
              <a:t>Apoya </a:t>
            </a:r>
            <a:r>
              <a:rPr lang="es-MX" dirty="0"/>
              <a:t>a </a:t>
            </a:r>
            <a:r>
              <a:rPr lang="es-MX" dirty="0" smtClean="0"/>
              <a:t>organismos </a:t>
            </a:r>
            <a:r>
              <a:rPr lang="es-MX" dirty="0"/>
              <a:t>de normalización </a:t>
            </a:r>
            <a:r>
              <a:rPr lang="es-MX" dirty="0" smtClean="0"/>
              <a:t> </a:t>
            </a:r>
            <a:r>
              <a:rPr lang="es-MX" dirty="0"/>
              <a:t>y a las </a:t>
            </a:r>
            <a:r>
              <a:rPr lang="es-MX" dirty="0" smtClean="0"/>
              <a:t>instituciones en materia de cumplimento del marco legal </a:t>
            </a:r>
            <a:endParaRPr lang="es-MX" dirty="0"/>
          </a:p>
        </p:txBody>
      </p:sp>
      <p:pic>
        <p:nvPicPr>
          <p:cNvPr id="1026" name="Picture 2" descr="Resultado de imagen para inicio norma ohsas 18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31" y="832473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inicio norma ohsas 18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358" y="440244"/>
            <a:ext cx="3066809" cy="141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inicio norma ohsas 1800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1"/>
          <a:stretch/>
        </p:blipFill>
        <p:spPr bwMode="auto">
          <a:xfrm>
            <a:off x="697858" y="4660624"/>
            <a:ext cx="2863679" cy="147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inicio norma ohsas 1800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754" y="2833697"/>
            <a:ext cx="3239246" cy="205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sultado de imagen para inicio norma ohsas 18001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8" t="5481" r="22602" b="13943"/>
          <a:stretch/>
        </p:blipFill>
        <p:spPr bwMode="auto">
          <a:xfrm>
            <a:off x="8778874" y="2922735"/>
            <a:ext cx="2366963" cy="225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/>
          <p:cNvSpPr txBox="1"/>
          <p:nvPr/>
        </p:nvSpPr>
        <p:spPr>
          <a:xfrm>
            <a:off x="8349057" y="5184730"/>
            <a:ext cx="375942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dirty="0" smtClean="0"/>
              <a:t>Reducir costo de primas, aseguradoras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8321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7950" t="4538" r="7912" b="9375"/>
          <a:stretch/>
        </p:blipFill>
        <p:spPr>
          <a:xfrm>
            <a:off x="1210236" y="726141"/>
            <a:ext cx="10152532" cy="5840179"/>
          </a:xfrm>
          <a:prstGeom prst="rect">
            <a:avLst/>
          </a:prstGeom>
        </p:spPr>
      </p:pic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33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6863" t="13078" r="26068" b="8745"/>
          <a:stretch/>
        </p:blipFill>
        <p:spPr>
          <a:xfrm>
            <a:off x="104744" y="726141"/>
            <a:ext cx="3096028" cy="289111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30662" t="18433" r="26367" b="14393"/>
          <a:stretch/>
        </p:blipFill>
        <p:spPr>
          <a:xfrm>
            <a:off x="9048453" y="905866"/>
            <a:ext cx="2880501" cy="2531667"/>
          </a:xfrm>
          <a:prstGeom prst="rect">
            <a:avLst/>
          </a:prstGeom>
        </p:spPr>
      </p:pic>
      <p:grpSp>
        <p:nvGrpSpPr>
          <p:cNvPr id="9" name="Grupo 8"/>
          <p:cNvGrpSpPr/>
          <p:nvPr/>
        </p:nvGrpSpPr>
        <p:grpSpPr>
          <a:xfrm>
            <a:off x="1245832" y="4906580"/>
            <a:ext cx="3909879" cy="1711291"/>
            <a:chOff x="5733564" y="958917"/>
            <a:chExt cx="4447762" cy="2254931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 rotWithShape="1">
            <a:blip r:embed="rId4"/>
            <a:srcRect l="16424" t="28676" r="20074" b="23386"/>
            <a:stretch/>
          </p:blipFill>
          <p:spPr>
            <a:xfrm>
              <a:off x="5733564" y="1326110"/>
              <a:ext cx="4447762" cy="1887738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5741896" y="958917"/>
              <a:ext cx="443942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MODELO SISTEMA GESTION DE CALIDAD</a:t>
              </a:r>
              <a:endParaRPr lang="es-MX" dirty="0"/>
            </a:p>
          </p:txBody>
        </p:sp>
      </p:grp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5"/>
          <a:srcRect l="15860" t="17376" r="20476" b="15107"/>
          <a:stretch/>
        </p:blipFill>
        <p:spPr>
          <a:xfrm>
            <a:off x="6657989" y="4077187"/>
            <a:ext cx="4438226" cy="2646341"/>
          </a:xfrm>
          <a:prstGeom prst="rect">
            <a:avLst/>
          </a:prstGeom>
        </p:spPr>
      </p:pic>
      <p:sp>
        <p:nvSpPr>
          <p:cNvPr id="12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475138" y="1399808"/>
            <a:ext cx="5238556" cy="23391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fontAlgn="base"/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PHVA 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 puede </a:t>
            </a:r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describirse como</a:t>
            </a:r>
            <a:r>
              <a:rPr lang="es-MX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fontAlgn="base"/>
            <a:r>
              <a:rPr lang="es-MX" sz="1600" b="1" dirty="0"/>
              <a:t>Planificar</a:t>
            </a:r>
            <a:r>
              <a:rPr lang="es-MX" sz="1600" dirty="0"/>
              <a:t>: establecer </a:t>
            </a:r>
            <a:r>
              <a:rPr lang="es-MX" sz="1600" dirty="0" smtClean="0"/>
              <a:t>objetivos </a:t>
            </a:r>
            <a:r>
              <a:rPr lang="es-MX" sz="1600" dirty="0"/>
              <a:t>y procesos necesarios para conseguir resultados </a:t>
            </a:r>
            <a:r>
              <a:rPr lang="es-MX" sz="1600" dirty="0" smtClean="0"/>
              <a:t>acorde </a:t>
            </a:r>
            <a:r>
              <a:rPr lang="es-MX" sz="1600" dirty="0"/>
              <a:t>con la política de </a:t>
            </a:r>
            <a:r>
              <a:rPr lang="es-MX" sz="1600" dirty="0" smtClean="0"/>
              <a:t>la </a:t>
            </a:r>
            <a:r>
              <a:rPr lang="es-MX" sz="1600" dirty="0"/>
              <a:t>organización.</a:t>
            </a:r>
          </a:p>
          <a:p>
            <a:pPr fontAlgn="base"/>
            <a:r>
              <a:rPr lang="es-MX" sz="1600" b="1" dirty="0"/>
              <a:t>Hacer</a:t>
            </a:r>
            <a:r>
              <a:rPr lang="es-MX" sz="1600" dirty="0"/>
              <a:t>: implementar los procesos.</a:t>
            </a:r>
          </a:p>
          <a:p>
            <a:pPr fontAlgn="base"/>
            <a:r>
              <a:rPr lang="es-MX" sz="1600" b="1" dirty="0"/>
              <a:t>Verificar</a:t>
            </a:r>
            <a:r>
              <a:rPr lang="es-MX" sz="1600" dirty="0"/>
              <a:t>: realizar </a:t>
            </a:r>
            <a:r>
              <a:rPr lang="es-MX" sz="1600" dirty="0" smtClean="0"/>
              <a:t>seguimiento </a:t>
            </a:r>
            <a:r>
              <a:rPr lang="es-MX" sz="1600" dirty="0"/>
              <a:t>y </a:t>
            </a:r>
            <a:r>
              <a:rPr lang="es-MX" sz="1600" dirty="0" smtClean="0"/>
              <a:t>medición </a:t>
            </a:r>
            <a:r>
              <a:rPr lang="es-MX" sz="1600" dirty="0"/>
              <a:t>de los procesos respecto a la </a:t>
            </a:r>
            <a:r>
              <a:rPr lang="es-MX" sz="1600" dirty="0" smtClean="0"/>
              <a:t>política, </a:t>
            </a:r>
            <a:r>
              <a:rPr lang="es-MX" sz="1600" dirty="0"/>
              <a:t>los objetivos, las metas y los requisitos legales </a:t>
            </a:r>
            <a:r>
              <a:rPr lang="es-MX" sz="1600" dirty="0" smtClean="0"/>
              <a:t>y otros, e informar sobre los resultados.</a:t>
            </a:r>
          </a:p>
          <a:p>
            <a:pPr fontAlgn="base"/>
            <a:r>
              <a:rPr lang="es-MX" sz="1600" b="1" dirty="0" smtClean="0"/>
              <a:t>Actuar</a:t>
            </a:r>
            <a:r>
              <a:rPr lang="es-MX" sz="1600" dirty="0" smtClean="0"/>
              <a:t>: tomar acciones para mejorar continuamente el desempeño del sistema de gestión.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274232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177488" y="1053382"/>
            <a:ext cx="702211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s-MX" sz="3600" dirty="0" smtClean="0">
                <a:solidFill>
                  <a:srgbClr val="0070C0"/>
                </a:solidFill>
              </a:rPr>
              <a:t>CORRESPONDENCIA ENTRE NORMAS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578224" y="2106176"/>
            <a:ext cx="271630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s-MX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CALIDAD</a:t>
            </a:r>
            <a:endParaRPr lang="es-MX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6360458" y="2701986"/>
            <a:ext cx="3038845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3600" b="1" dirty="0" smtClean="0">
                <a:solidFill>
                  <a:srgbClr val="00B050"/>
                </a:solidFill>
              </a:rPr>
              <a:t>AMBIENTAL</a:t>
            </a:r>
            <a:endParaRPr lang="es-MX" sz="3600" b="1" dirty="0">
              <a:solidFill>
                <a:srgbClr val="00B050"/>
              </a:solidFill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2151804" y="6037729"/>
            <a:ext cx="8122352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36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SEGURIDAD </a:t>
            </a:r>
            <a:r>
              <a:rPr lang="es-MX" sz="36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 SALUD </a:t>
            </a:r>
            <a:r>
              <a:rPr lang="es-MX" sz="36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OCUPACIONAL</a:t>
            </a:r>
            <a:endParaRPr lang="es-MX" sz="36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98" y="2763045"/>
            <a:ext cx="1820956" cy="182741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1543" y="2191872"/>
            <a:ext cx="1587745" cy="1586753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121" y="4437529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9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8031" t="11949" r="4974" b="10846"/>
          <a:stretch/>
        </p:blipFill>
        <p:spPr>
          <a:xfrm>
            <a:off x="524435" y="712693"/>
            <a:ext cx="10829046" cy="610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4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8237" t="13051" r="5490" b="17647"/>
          <a:stretch/>
        </p:blipFill>
        <p:spPr>
          <a:xfrm>
            <a:off x="349625" y="806820"/>
            <a:ext cx="11503334" cy="587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93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8134" t="28493" r="8900" b="19853"/>
          <a:stretch/>
        </p:blipFill>
        <p:spPr>
          <a:xfrm>
            <a:off x="295837" y="927848"/>
            <a:ext cx="11520728" cy="458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0097" t="10845" r="19029" b="7169"/>
          <a:stretch/>
        </p:blipFill>
        <p:spPr>
          <a:xfrm>
            <a:off x="1411935" y="134470"/>
            <a:ext cx="8780931" cy="664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691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29047" y="125009"/>
            <a:ext cx="1473260" cy="654920"/>
          </a:xfrm>
        </p:spPr>
        <p:txBody>
          <a:bodyPr/>
          <a:lstStyle/>
          <a:p>
            <a:r>
              <a:rPr lang="es-MX" sz="4800" b="1" dirty="0" smtClean="0">
                <a:solidFill>
                  <a:srgbClr val="7030A0"/>
                </a:solidFill>
              </a:rPr>
              <a:t>UTEC</a:t>
            </a:r>
            <a:endParaRPr lang="es-MX" sz="4800" b="1" dirty="0">
              <a:solidFill>
                <a:srgbClr val="7030A0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147918" y="236289"/>
            <a:ext cx="3953436" cy="418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smtClean="0">
                <a:solidFill>
                  <a:srgbClr val="7030A0"/>
                </a:solidFill>
              </a:rPr>
              <a:t>Gestión  de Calidad Medioambiental</a:t>
            </a:r>
            <a:endParaRPr lang="es-MX" sz="1800" b="1" dirty="0">
              <a:solidFill>
                <a:srgbClr val="7030A0"/>
              </a:solidFill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1169894" y="779929"/>
            <a:ext cx="10125635" cy="5798232"/>
            <a:chOff x="1169894" y="779929"/>
            <a:chExt cx="10125635" cy="5798232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 rotWithShape="1">
            <a:blip r:embed="rId2"/>
            <a:srcRect l="6972" t="3493" r="6938" b="8823"/>
            <a:stretch/>
          </p:blipFill>
          <p:spPr>
            <a:xfrm>
              <a:off x="1169894" y="779929"/>
              <a:ext cx="10125635" cy="5798232"/>
            </a:xfrm>
            <a:prstGeom prst="rect">
              <a:avLst/>
            </a:prstGeom>
          </p:spPr>
        </p:pic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7007" y="1243859"/>
              <a:ext cx="2120994" cy="12609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3684052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a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TM03457491[[fn=Metrópoli]]</Template>
  <TotalTime>154</TotalTime>
  <Words>179</Words>
  <Application>Microsoft Office PowerPoint</Application>
  <PresentationFormat>Panorámica</PresentationFormat>
  <Paragraphs>36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 Light</vt:lpstr>
      <vt:lpstr>Open Sans</vt:lpstr>
      <vt:lpstr>Wingdings</vt:lpstr>
      <vt:lpstr>Metropolitana</vt:lpstr>
      <vt:lpstr>UTEC</vt:lpstr>
      <vt:lpstr>UTEC</vt:lpstr>
      <vt:lpstr>UTEC</vt:lpstr>
      <vt:lpstr>UTEC</vt:lpstr>
      <vt:lpstr>UTEC</vt:lpstr>
      <vt:lpstr>UTEC</vt:lpstr>
      <vt:lpstr>UTEC</vt:lpstr>
      <vt:lpstr>UTEC</vt:lpstr>
      <vt:lpstr>UTEC</vt:lpstr>
      <vt:lpstr>UTEC</vt:lpstr>
      <vt:lpstr>UTEC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UTEC</dc:title>
  <dc:creator>Carlos Cachú Montes</dc:creator>
  <cp:lastModifiedBy>Carlos Cachú Montes</cp:lastModifiedBy>
  <cp:revision>20</cp:revision>
  <dcterms:created xsi:type="dcterms:W3CDTF">2017-01-29T22:45:17Z</dcterms:created>
  <dcterms:modified xsi:type="dcterms:W3CDTF">2017-02-11T04:12:25Z</dcterms:modified>
</cp:coreProperties>
</file>