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28" r:id="rId3"/>
    <p:sldId id="330" r:id="rId4"/>
    <p:sldId id="329" r:id="rId5"/>
    <p:sldId id="333" r:id="rId6"/>
    <p:sldId id="331" r:id="rId7"/>
    <p:sldId id="272" r:id="rId8"/>
    <p:sldId id="294" r:id="rId9"/>
    <p:sldId id="335" r:id="rId10"/>
    <p:sldId id="337" r:id="rId11"/>
    <p:sldId id="338" r:id="rId12"/>
    <p:sldId id="339" r:id="rId13"/>
    <p:sldId id="340" r:id="rId14"/>
    <p:sldId id="341" r:id="rId15"/>
    <p:sldId id="273" r:id="rId16"/>
    <p:sldId id="336" r:id="rId17"/>
    <p:sldId id="334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97" autoAdjust="0"/>
    <p:restoredTop sz="94660"/>
  </p:normalViewPr>
  <p:slideViewPr>
    <p:cSldViewPr snapToGrid="0">
      <p:cViewPr varScale="1">
        <p:scale>
          <a:sx n="74" d="100"/>
          <a:sy n="74" d="100"/>
        </p:scale>
        <p:origin x="6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22/04/2017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3901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22/04/2017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4085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22/04/2017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8737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22/04/2017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984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22/04/2017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9766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22/04/2017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992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22/04/2017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221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22/04/2017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1436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22/04/2017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9776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22/04/2017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491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22/04/2017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5306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22/04/2017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5348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22/04/2017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7159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22/04/2017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914994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22/04/2017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9247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A895C-CC80-425C-B1BB-84D723DBC091}" type="datetimeFigureOut">
              <a:rPr lang="es-MX" smtClean="0"/>
              <a:t>22/04/2017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0962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FA895C-CC80-425C-B1BB-84D723DBC091}" type="datetimeFigureOut">
              <a:rPr lang="es-MX" smtClean="0"/>
              <a:t>22/04/2017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40AA9EB-7219-4960-8DB6-9EE9E78A762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0472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383151" y="979644"/>
            <a:ext cx="8915399" cy="2262781"/>
          </a:xfrm>
        </p:spPr>
        <p:txBody>
          <a:bodyPr>
            <a:normAutofit fontScale="90000"/>
          </a:bodyPr>
          <a:lstStyle/>
          <a:p>
            <a:pPr algn="ctr"/>
            <a:r>
              <a:rPr lang="es-MX" dirty="0" smtClean="0"/>
              <a:t>PROCESO DE APROBACIÓN DE PARTES PARA PRODUCCIÓN</a:t>
            </a:r>
            <a:endParaRPr lang="es-MX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383151" y="3988717"/>
            <a:ext cx="8915399" cy="1126283"/>
          </a:xfrm>
        </p:spPr>
        <p:txBody>
          <a:bodyPr>
            <a:normAutofit fontScale="47500" lnSpcReduction="20000"/>
          </a:bodyPr>
          <a:lstStyle/>
          <a:p>
            <a:pPr algn="ctr"/>
            <a:r>
              <a:rPr lang="es-MX" sz="7200" dirty="0" smtClean="0"/>
              <a:t>PPAP </a:t>
            </a:r>
            <a:endParaRPr lang="es-MX" sz="7200" dirty="0"/>
          </a:p>
          <a:p>
            <a:pPr algn="ctr"/>
            <a:r>
              <a:rPr lang="es-MX" sz="7200" dirty="0"/>
              <a:t>AGITADOR SPIRAL  </a:t>
            </a:r>
            <a:endParaRPr lang="es-MX" dirty="0"/>
          </a:p>
        </p:txBody>
      </p:sp>
      <p:pic>
        <p:nvPicPr>
          <p:cNvPr id="4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061" y="266162"/>
            <a:ext cx="2181103" cy="1244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74215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800" dirty="0"/>
              <a:t>La organización debe contar con todos los registros </a:t>
            </a:r>
            <a:r>
              <a:rPr lang="es-MX" sz="2800" dirty="0" smtClean="0"/>
              <a:t>de diseño </a:t>
            </a:r>
            <a:r>
              <a:rPr lang="es-MX" sz="2800" dirty="0"/>
              <a:t>de los productos/partes vendibles, </a:t>
            </a:r>
            <a:r>
              <a:rPr lang="es-MX" sz="2800" dirty="0" smtClean="0"/>
              <a:t>incluyendo registros </a:t>
            </a:r>
            <a:r>
              <a:rPr lang="es-MX" sz="2800" dirty="0"/>
              <a:t>de diseño mismos de componentes o detalles </a:t>
            </a:r>
            <a:r>
              <a:rPr lang="es-MX" sz="2800" dirty="0" smtClean="0"/>
              <a:t>de productos/partes </a:t>
            </a:r>
            <a:r>
              <a:rPr lang="es-MX" sz="2800" dirty="0"/>
              <a:t>vendibles.</a:t>
            </a:r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s-MX" dirty="0" smtClean="0"/>
              <a:t>1</a:t>
            </a:r>
            <a:r>
              <a:rPr lang="es-MX" dirty="0"/>
              <a:t>: </a:t>
            </a:r>
            <a:r>
              <a:rPr lang="es-MX" dirty="0" smtClean="0"/>
              <a:t>Registro de diseño </a:t>
            </a:r>
            <a:r>
              <a:rPr lang="es-MX" dirty="0"/>
              <a:t/>
            </a:r>
            <a:br>
              <a:rPr lang="es-MX" dirty="0"/>
            </a:br>
            <a:r>
              <a:rPr lang="es-MX" dirty="0" smtClean="0"/>
              <a:t/>
            </a:r>
            <a:br>
              <a:rPr lang="es-MX" dirty="0" smtClean="0"/>
            </a:br>
            <a:endParaRPr lang="es-MX" dirty="0"/>
          </a:p>
        </p:txBody>
      </p:sp>
      <p:cxnSp>
        <p:nvCxnSpPr>
          <p:cNvPr id="5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532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1</a:t>
            </a:r>
            <a:r>
              <a:rPr lang="es-MX" dirty="0"/>
              <a:t>: </a:t>
            </a:r>
            <a:r>
              <a:rPr lang="es-MX" dirty="0" smtClean="0"/>
              <a:t>Registro de diseño </a:t>
            </a:r>
            <a:r>
              <a:rPr lang="es-MX" dirty="0"/>
              <a:t/>
            </a:r>
            <a:br>
              <a:rPr lang="es-MX" dirty="0"/>
            </a:br>
            <a:r>
              <a:rPr lang="es-MX" dirty="0" smtClean="0"/>
              <a:t/>
            </a:r>
            <a:br>
              <a:rPr lang="es-MX" dirty="0" smtClean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Imagen 7"/>
          <p:cNvPicPr/>
          <p:nvPr/>
        </p:nvPicPr>
        <p:blipFill>
          <a:blip r:embed="rId3"/>
          <a:stretch>
            <a:fillRect/>
          </a:stretch>
        </p:blipFill>
        <p:spPr>
          <a:xfrm>
            <a:off x="2592925" y="1905001"/>
            <a:ext cx="8452064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968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1</a:t>
            </a:r>
            <a:r>
              <a:rPr lang="es-MX" dirty="0"/>
              <a:t>: </a:t>
            </a:r>
            <a:r>
              <a:rPr lang="es-MX" dirty="0" smtClean="0"/>
              <a:t>Registro de diseño </a:t>
            </a:r>
            <a:r>
              <a:rPr lang="es-MX" dirty="0"/>
              <a:t/>
            </a:r>
            <a:br>
              <a:rPr lang="es-MX" dirty="0"/>
            </a:br>
            <a:r>
              <a:rPr lang="es-MX" dirty="0" smtClean="0"/>
              <a:t/>
            </a:r>
            <a:br>
              <a:rPr lang="es-MX" dirty="0" smtClean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Imagen 9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189747" y="1915453"/>
            <a:ext cx="9314865" cy="48994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92839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ángulo 4"/>
          <p:cNvSpPr/>
          <p:nvPr/>
        </p:nvSpPr>
        <p:spPr>
          <a:xfrm>
            <a:off x="2592925" y="634563"/>
            <a:ext cx="42835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200" dirty="0"/>
              <a:t>1: Registro de diseño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332481" y="1532060"/>
            <a:ext cx="8435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 smtClean="0"/>
              <a:t>Homologación</a:t>
            </a:r>
            <a:r>
              <a:rPr lang="es-MX" sz="2400" dirty="0" smtClean="0"/>
              <a:t> 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900" y="1665998"/>
            <a:ext cx="4314825" cy="494347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5629" y="1992956"/>
            <a:ext cx="3889017" cy="350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00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1</a:t>
            </a:r>
            <a:r>
              <a:rPr lang="es-MX" dirty="0"/>
              <a:t>: </a:t>
            </a:r>
            <a:r>
              <a:rPr lang="es-MX" dirty="0" smtClean="0"/>
              <a:t>Registro de diseño </a:t>
            </a:r>
            <a:r>
              <a:rPr lang="es-MX" dirty="0"/>
              <a:t/>
            </a:r>
            <a:br>
              <a:rPr lang="es-MX" dirty="0"/>
            </a:br>
            <a:r>
              <a:rPr lang="es-MX" dirty="0" smtClean="0"/>
              <a:t/>
            </a:r>
            <a:br>
              <a:rPr lang="es-MX" dirty="0" smtClean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Imagen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2925" y="1905000"/>
            <a:ext cx="7668675" cy="442238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1225" y="1275008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CARACTERISTICAS CRITICAS  Y PLANEACION DE SU CONTROL </a:t>
            </a:r>
          </a:p>
        </p:txBody>
      </p:sp>
    </p:spTree>
    <p:extLst>
      <p:ext uri="{BB962C8B-B14F-4D97-AF65-F5344CB8AC3E}">
        <p14:creationId xmlns:p14="http://schemas.microsoft.com/office/powerpoint/2010/main" val="3770055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1.1 Evidencia de aprobación de materiales</a:t>
            </a:r>
            <a:br>
              <a:rPr lang="es-MX" dirty="0"/>
            </a:br>
            <a:r>
              <a:rPr lang="es-MX" dirty="0" smtClean="0"/>
              <a:t/>
            </a:r>
            <a:br>
              <a:rPr lang="es-MX" dirty="0" smtClean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312917" y="1915453"/>
            <a:ext cx="6246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MATERIALES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343518"/>
              </p:ext>
            </p:extLst>
          </p:nvPr>
        </p:nvGraphicFramePr>
        <p:xfrm>
          <a:off x="2317771" y="2969022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 smtClean="0"/>
                        <a:t>MATERIALES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smtClean="0"/>
                        <a:t>ESPECIFICACIÓN</a:t>
                      </a:r>
                      <a:endParaRPr lang="es-MX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smtClean="0"/>
                        <a:t>RESINA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smtClean="0"/>
                        <a:t>POLIPROPILENO PP3487-01 NAT</a:t>
                      </a:r>
                      <a:endParaRPr lang="es-MX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smtClean="0"/>
                        <a:t>MASTER BATCH</a:t>
                      </a:r>
                      <a:endParaRPr lang="es-MX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smtClean="0"/>
                        <a:t>CH01005HMR WHITE</a:t>
                      </a:r>
                      <a:endParaRPr lang="es-MX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7971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320" y="155841"/>
            <a:ext cx="4945421" cy="646805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248" y="155841"/>
            <a:ext cx="4813438" cy="646805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92086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1.1 Evidencia de aprobación de materiales</a:t>
            </a:r>
            <a:br>
              <a:rPr lang="es-MX" dirty="0"/>
            </a:br>
            <a:r>
              <a:rPr lang="es-MX" dirty="0"/>
              <a:t/>
            </a:r>
            <a:br>
              <a:rPr lang="es-MX" dirty="0"/>
            </a:br>
            <a:r>
              <a:rPr lang="es-MX" dirty="0"/>
              <a:t/>
            </a:r>
            <a:br>
              <a:rPr lang="es-MX" dirty="0"/>
            </a:b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uadroTexto 7"/>
          <p:cNvSpPr txBox="1"/>
          <p:nvPr/>
        </p:nvSpPr>
        <p:spPr>
          <a:xfrm>
            <a:off x="802493" y="1643390"/>
            <a:ext cx="6246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IMDS </a:t>
            </a:r>
          </a:p>
        </p:txBody>
      </p:sp>
      <p:pic>
        <p:nvPicPr>
          <p:cNvPr id="7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2352005" y="1481407"/>
            <a:ext cx="9281977" cy="2600960"/>
          </a:xfrm>
          <a:prstGeom prst="rect">
            <a:avLst/>
          </a:prstGeom>
        </p:spPr>
      </p:pic>
      <p:pic>
        <p:nvPicPr>
          <p:cNvPr id="9" name="Picture 3"/>
          <p:cNvPicPr/>
          <p:nvPr/>
        </p:nvPicPr>
        <p:blipFill>
          <a:blip r:embed="rId4"/>
          <a:stretch>
            <a:fillRect/>
          </a:stretch>
        </p:blipFill>
        <p:spPr>
          <a:xfrm>
            <a:off x="562708" y="4275222"/>
            <a:ext cx="11629292" cy="188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65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8. </a:t>
            </a:r>
            <a:r>
              <a:rPr lang="es-MX" dirty="0"/>
              <a:t>Estudios de Análisis de Sistemas de Medición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2086378"/>
            <a:ext cx="8915400" cy="3824844"/>
          </a:xfrm>
        </p:spPr>
        <p:txBody>
          <a:bodyPr>
            <a:normAutofit/>
          </a:bodyPr>
          <a:lstStyle/>
          <a:p>
            <a:r>
              <a:rPr lang="es-MX" sz="2800" dirty="0"/>
              <a:t>La organización debe contar con estudios de Análisis </a:t>
            </a:r>
            <a:r>
              <a:rPr lang="es-MX" sz="2800" dirty="0"/>
              <a:t>de Sistemas </a:t>
            </a:r>
            <a:r>
              <a:rPr lang="es-MX" sz="2800" dirty="0"/>
              <a:t>de Medición que le apliquen, ej., R&amp;R de </a:t>
            </a:r>
            <a:r>
              <a:rPr lang="es-MX" sz="2800" dirty="0" err="1"/>
              <a:t>gages</a:t>
            </a:r>
            <a:r>
              <a:rPr lang="es-MX" sz="2800" dirty="0"/>
              <a:t>, exactitud </a:t>
            </a:r>
            <a:r>
              <a:rPr lang="es-MX" sz="2800" dirty="0"/>
              <a:t>o sesgo, linealidad y estabilidad, para todo </a:t>
            </a:r>
            <a:r>
              <a:rPr lang="es-MX" sz="2800" dirty="0"/>
              <a:t>el equipo </a:t>
            </a:r>
            <a:r>
              <a:rPr lang="es-MX" sz="2800" dirty="0"/>
              <a:t>nuevo </a:t>
            </a:r>
            <a:r>
              <a:rPr lang="es-MX" sz="2800" dirty="0" err="1"/>
              <a:t>ó</a:t>
            </a:r>
            <a:r>
              <a:rPr lang="es-MX" sz="2800" dirty="0"/>
              <a:t> modificado que se use como </a:t>
            </a:r>
            <a:r>
              <a:rPr lang="es-MX" sz="2800" dirty="0" err="1"/>
              <a:t>gage</a:t>
            </a:r>
            <a:r>
              <a:rPr lang="es-MX" sz="2800" dirty="0"/>
              <a:t> </a:t>
            </a:r>
            <a:r>
              <a:rPr lang="es-MX" sz="2800" dirty="0"/>
              <a:t>o equipo </a:t>
            </a:r>
            <a:r>
              <a:rPr lang="es-MX" sz="2800" dirty="0"/>
              <a:t>de medición y prueba.</a:t>
            </a:r>
          </a:p>
        </p:txBody>
      </p:sp>
    </p:spTree>
    <p:extLst>
      <p:ext uri="{BB962C8B-B14F-4D97-AF65-F5344CB8AC3E}">
        <p14:creationId xmlns:p14="http://schemas.microsoft.com/office/powerpoint/2010/main" val="2251028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2800" dirty="0" smtClean="0"/>
              <a:t>8.1 </a:t>
            </a:r>
            <a:r>
              <a:rPr lang="en-US" sz="2800" dirty="0"/>
              <a:t> GAUGE SPECIFICATION AND APPROVAL SHEET</a:t>
            </a:r>
            <a:endParaRPr lang="es-MX" sz="280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36" y="1444311"/>
            <a:ext cx="11219153" cy="482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94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2800" dirty="0" smtClean="0"/>
              <a:t>8.1 </a:t>
            </a:r>
            <a:r>
              <a:rPr lang="en-US" sz="2800" dirty="0"/>
              <a:t> GAUGE SPECIFICATION AND APPROVAL SHEET</a:t>
            </a:r>
            <a:endParaRPr lang="es-MX" sz="28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63" y="1905000"/>
            <a:ext cx="11002568" cy="429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030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13. REPORTE DE APROVACION DE APARIENCIA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800" dirty="0"/>
              <a:t>Un Reporte de Aprobación de Apariencia (RAA) </a:t>
            </a:r>
            <a:r>
              <a:rPr lang="es-MX" sz="2800" dirty="0"/>
              <a:t>por separado </a:t>
            </a:r>
            <a:r>
              <a:rPr lang="es-MX" sz="2800" dirty="0"/>
              <a:t>debe completarse para cada parte o</a:t>
            </a:r>
            <a:r>
              <a:rPr lang="es-MX" sz="2800" dirty="0"/>
              <a:t> </a:t>
            </a:r>
            <a:r>
              <a:rPr lang="es-MX" sz="2800" dirty="0"/>
              <a:t>serie </a:t>
            </a:r>
            <a:r>
              <a:rPr lang="es-MX" sz="2800" dirty="0"/>
              <a:t>de partes </a:t>
            </a:r>
            <a:r>
              <a:rPr lang="es-MX" sz="2800" dirty="0"/>
              <a:t>si el producto/parte cuenta con requerimientos </a:t>
            </a:r>
            <a:r>
              <a:rPr lang="es-MX" sz="2800" dirty="0"/>
              <a:t>de apariencia </a:t>
            </a:r>
            <a:r>
              <a:rPr lang="es-MX" sz="2800" dirty="0"/>
              <a:t>en los registros de </a:t>
            </a:r>
            <a:r>
              <a:rPr lang="es-MX" sz="2800" dirty="0"/>
              <a:t>diseño.</a:t>
            </a:r>
          </a:p>
          <a:p>
            <a:r>
              <a:rPr lang="es-MX" sz="2800" dirty="0"/>
              <a:t>Con </a:t>
            </a:r>
            <a:r>
              <a:rPr lang="es-MX" sz="2800" dirty="0"/>
              <a:t>la terminación satisfactoria de todos los </a:t>
            </a:r>
            <a:r>
              <a:rPr lang="es-MX" sz="2800" dirty="0"/>
              <a:t>criterios requeridos</a:t>
            </a:r>
            <a:r>
              <a:rPr lang="es-MX" sz="2800" dirty="0"/>
              <a:t>, la organización debe registrar la </a:t>
            </a:r>
            <a:r>
              <a:rPr lang="es-MX" sz="2800" dirty="0"/>
              <a:t>información requerida </a:t>
            </a:r>
            <a:r>
              <a:rPr lang="es-MX" sz="2800" dirty="0"/>
              <a:t>en el RAA.</a:t>
            </a:r>
          </a:p>
        </p:txBody>
      </p:sp>
    </p:spTree>
    <p:extLst>
      <p:ext uri="{BB962C8B-B14F-4D97-AF65-F5344CB8AC3E}">
        <p14:creationId xmlns:p14="http://schemas.microsoft.com/office/powerpoint/2010/main" val="201377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13.1 APPEARANCE APPROVAL REPORT 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6455" y="1519707"/>
            <a:ext cx="10959978" cy="437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976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16. Ayudas para Chequeos</a:t>
            </a:r>
            <a:endParaRPr lang="es-MX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sz="2800" dirty="0"/>
              <a:t>si se solicita por el cliente, la organización debe emitir con la emisión del PPAP cualquier ayuda para chequeo de algún componente </a:t>
            </a:r>
            <a:r>
              <a:rPr lang="es-MX" sz="2800" dirty="0" err="1" smtClean="0"/>
              <a:t>ó</a:t>
            </a:r>
            <a:r>
              <a:rPr lang="es-MX" sz="2800" dirty="0" smtClean="0"/>
              <a:t> ensamble </a:t>
            </a:r>
            <a:r>
              <a:rPr lang="es-MX" sz="2800" dirty="0"/>
              <a:t>de alguna parte específica.</a:t>
            </a:r>
          </a:p>
          <a:p>
            <a:r>
              <a:rPr lang="es-MX" sz="2800" dirty="0"/>
              <a:t>La organización debe certificar que todos los aspectos de la ayuda para chequeo concuerden con los requerimientos dimensionales de la parte en cuestión.</a:t>
            </a:r>
          </a:p>
          <a:p>
            <a:pPr marL="0" indent="0">
              <a:buNone/>
            </a:pP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7935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16. Ayudas para Chequeos</a:t>
            </a:r>
            <a:endParaRPr lang="es-MX" dirty="0"/>
          </a:p>
        </p:txBody>
      </p:sp>
      <p:cxnSp>
        <p:nvCxnSpPr>
          <p:cNvPr id="4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496" y="6357692"/>
            <a:ext cx="103889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46 Imagen" descr="SAM_2685.JPG"/>
          <p:cNvPicPr>
            <a:picLocks noChangeAspect="1"/>
          </p:cNvPicPr>
          <p:nvPr/>
        </p:nvPicPr>
        <p:blipFill>
          <a:blip r:embed="rId3" cstate="print"/>
          <a:srcRect l="9677" r="13978"/>
          <a:stretch>
            <a:fillRect/>
          </a:stretch>
        </p:blipFill>
        <p:spPr>
          <a:xfrm>
            <a:off x="1886698" y="1982328"/>
            <a:ext cx="3239708" cy="33410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"/>
          <p:cNvPicPr>
            <a:picLocks noChangeAspect="1" noChangeArrowheads="1"/>
          </p:cNvPicPr>
          <p:nvPr/>
        </p:nvPicPr>
        <p:blipFill>
          <a:blip r:embed="rId4" cstate="print"/>
          <a:srcRect l="28402" t="10403" r="31162" b="41075"/>
          <a:stretch>
            <a:fillRect/>
          </a:stretch>
        </p:blipFill>
        <p:spPr bwMode="auto">
          <a:xfrm>
            <a:off x="6639026" y="1947564"/>
            <a:ext cx="3969277" cy="34435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2212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9213" y="2258942"/>
            <a:ext cx="8915400" cy="3527565"/>
          </a:xfrm>
          <a:prstGeom prst="rect">
            <a:avLst/>
          </a:prstGeom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 smtClean="0"/>
              <a:t>16: Ayudas para Chequeos </a:t>
            </a:r>
            <a:r>
              <a:rPr lang="es-MX" dirty="0"/>
              <a:t/>
            </a:r>
            <a:br>
              <a:rPr lang="es-MX" dirty="0"/>
            </a:br>
            <a:r>
              <a:rPr lang="es-MX" dirty="0" smtClean="0"/>
              <a:t/>
            </a:r>
            <a:br>
              <a:rPr lang="es-MX" dirty="0" smtClean="0"/>
            </a:br>
            <a:endParaRPr lang="es-MX" dirty="0"/>
          </a:p>
        </p:txBody>
      </p:sp>
      <p:cxnSp>
        <p:nvCxnSpPr>
          <p:cNvPr id="6" name="Conector recto 3"/>
          <p:cNvCxnSpPr/>
          <p:nvPr/>
        </p:nvCxnSpPr>
        <p:spPr>
          <a:xfrm>
            <a:off x="2592925" y="1264555"/>
            <a:ext cx="9152607" cy="104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7513" y="1523286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TOLERANCIAS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13021026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966</TotalTime>
  <Words>301</Words>
  <Application>Microsoft Office PowerPoint</Application>
  <PresentationFormat>Panorámica</PresentationFormat>
  <Paragraphs>36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Espiral</vt:lpstr>
      <vt:lpstr>PROCESO DE APROBACIÓN DE PARTES PARA PRODUCCIÓN</vt:lpstr>
      <vt:lpstr>1: Registro de diseño   </vt:lpstr>
      <vt:lpstr>1: Registro de diseño   </vt:lpstr>
      <vt:lpstr>1: Registro de diseño   </vt:lpstr>
      <vt:lpstr> </vt:lpstr>
      <vt:lpstr>1: Registro de diseño   </vt:lpstr>
      <vt:lpstr>1.1 Evidencia de aprobación de materiales  </vt:lpstr>
      <vt:lpstr>Presentación de PowerPoint</vt:lpstr>
      <vt:lpstr>1.1 Evidencia de aprobación de materiales   </vt:lpstr>
      <vt:lpstr>8. Estudios de Análisis de Sistemas de Medición</vt:lpstr>
      <vt:lpstr>8.1  GAUGE SPECIFICATION AND APPROVAL SHEET</vt:lpstr>
      <vt:lpstr>8.1  GAUGE SPECIFICATION AND APPROVAL SHEET</vt:lpstr>
      <vt:lpstr>13. REPORTE DE APROVACION DE APARIENCIA</vt:lpstr>
      <vt:lpstr>13.1 APPEARANCE APPROVAL REPORT </vt:lpstr>
      <vt:lpstr>16. Ayudas para Chequeos</vt:lpstr>
      <vt:lpstr>16. Ayudas para Chequeos</vt:lpstr>
      <vt:lpstr>16: Ayudas para Chequeos   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PLANEACION AVANZADA DE LA CALIDAD</dc:title>
  <dc:creator>ALBERTO SCH</dc:creator>
  <cp:lastModifiedBy>martha rodriguez</cp:lastModifiedBy>
  <cp:revision>58</cp:revision>
  <dcterms:created xsi:type="dcterms:W3CDTF">2017-02-24T19:59:04Z</dcterms:created>
  <dcterms:modified xsi:type="dcterms:W3CDTF">2017-04-22T23:46:50Z</dcterms:modified>
</cp:coreProperties>
</file>