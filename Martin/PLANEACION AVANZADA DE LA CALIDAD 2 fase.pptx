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93" r:id="rId10"/>
    <p:sldId id="263" r:id="rId11"/>
    <p:sldId id="264" r:id="rId12"/>
    <p:sldId id="265" r:id="rId13"/>
    <p:sldId id="277" r:id="rId14"/>
    <p:sldId id="271" r:id="rId15"/>
    <p:sldId id="280" r:id="rId16"/>
    <p:sldId id="269" r:id="rId17"/>
    <p:sldId id="267" r:id="rId18"/>
    <p:sldId id="268" r:id="rId19"/>
    <p:sldId id="270" r:id="rId20"/>
    <p:sldId id="272" r:id="rId21"/>
    <p:sldId id="294" r:id="rId22"/>
    <p:sldId id="273" r:id="rId23"/>
    <p:sldId id="274" r:id="rId24"/>
    <p:sldId id="275" r:id="rId25"/>
    <p:sldId id="276" r:id="rId26"/>
    <p:sldId id="279" r:id="rId27"/>
    <p:sldId id="295" r:id="rId28"/>
    <p:sldId id="282" r:id="rId29"/>
    <p:sldId id="283" r:id="rId30"/>
    <p:sldId id="284" r:id="rId31"/>
    <p:sldId id="285" r:id="rId32"/>
    <p:sldId id="286" r:id="rId33"/>
    <p:sldId id="287" r:id="rId34"/>
    <p:sldId id="291" r:id="rId35"/>
    <p:sldId id="289" r:id="rId36"/>
    <p:sldId id="290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7" r:id="rId48"/>
    <p:sldId id="306" r:id="rId4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869D12-2956-4F02-A7BC-A01F7018F9AE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1A3CAB73-054B-45F0-BF85-44731A64FDFE}">
      <dgm:prSet phldrT="[Texto]"/>
      <dgm:spPr/>
      <dgm:t>
        <a:bodyPr/>
        <a:lstStyle/>
        <a:p>
          <a:r>
            <a:rPr lang="es-ES"/>
            <a:t>Requerimientos</a:t>
          </a:r>
        </a:p>
      </dgm:t>
    </dgm:pt>
    <dgm:pt modelId="{BE5B73EB-1300-4BFD-B5F0-E292AEC838DC}" type="parTrans" cxnId="{3C867E55-0AD1-495E-9965-5A3FFAE02813}">
      <dgm:prSet/>
      <dgm:spPr/>
      <dgm:t>
        <a:bodyPr/>
        <a:lstStyle/>
        <a:p>
          <a:endParaRPr lang="es-ES"/>
        </a:p>
      </dgm:t>
    </dgm:pt>
    <dgm:pt modelId="{FEDEC7C1-BF2E-465D-BFA9-E18B75A5FF10}" type="sibTrans" cxnId="{3C867E55-0AD1-495E-9965-5A3FFAE02813}">
      <dgm:prSet/>
      <dgm:spPr/>
      <dgm:t>
        <a:bodyPr/>
        <a:lstStyle/>
        <a:p>
          <a:endParaRPr lang="es-ES"/>
        </a:p>
      </dgm:t>
    </dgm:pt>
    <dgm:pt modelId="{B4DA7A3D-B557-4AB5-ACC4-DABE18506A63}">
      <dgm:prSet phldrT="[Texto]"/>
      <dgm:spPr/>
      <dgm:t>
        <a:bodyPr/>
        <a:lstStyle/>
        <a:p>
          <a:r>
            <a:rPr lang="es-ES"/>
            <a:t>Funcionales</a:t>
          </a:r>
        </a:p>
      </dgm:t>
    </dgm:pt>
    <dgm:pt modelId="{0C3C1F2B-5D15-46ED-8ACF-8E409DFC5129}" type="parTrans" cxnId="{DA43B69A-4EC9-4AB8-AC24-3DB78DF10F0E}">
      <dgm:prSet/>
      <dgm:spPr/>
      <dgm:t>
        <a:bodyPr/>
        <a:lstStyle/>
        <a:p>
          <a:endParaRPr lang="es-ES"/>
        </a:p>
      </dgm:t>
    </dgm:pt>
    <dgm:pt modelId="{A9750D70-52D0-4BFC-B36B-0F37B1734C1D}" type="sibTrans" cxnId="{DA43B69A-4EC9-4AB8-AC24-3DB78DF10F0E}">
      <dgm:prSet/>
      <dgm:spPr/>
      <dgm:t>
        <a:bodyPr/>
        <a:lstStyle/>
        <a:p>
          <a:endParaRPr lang="es-ES"/>
        </a:p>
      </dgm:t>
    </dgm:pt>
    <dgm:pt modelId="{58693015-1E18-4CBE-9422-30F1F62BD697}">
      <dgm:prSet phldrT="[Texto]"/>
      <dgm:spPr/>
      <dgm:t>
        <a:bodyPr/>
        <a:lstStyle/>
        <a:p>
          <a:r>
            <a:rPr lang="es-ES"/>
            <a:t>Diseño</a:t>
          </a:r>
        </a:p>
      </dgm:t>
    </dgm:pt>
    <dgm:pt modelId="{417DE30F-4A07-47CF-B63A-4645498ABF7E}" type="parTrans" cxnId="{5E31C240-9F72-43AC-A896-715C7D2418D7}">
      <dgm:prSet/>
      <dgm:spPr/>
      <dgm:t>
        <a:bodyPr/>
        <a:lstStyle/>
        <a:p>
          <a:endParaRPr lang="es-ES"/>
        </a:p>
      </dgm:t>
    </dgm:pt>
    <dgm:pt modelId="{C6F419DC-E05A-489C-B041-208E5F1993DB}" type="sibTrans" cxnId="{5E31C240-9F72-43AC-A896-715C7D2418D7}">
      <dgm:prSet/>
      <dgm:spPr/>
      <dgm:t>
        <a:bodyPr/>
        <a:lstStyle/>
        <a:p>
          <a:endParaRPr lang="es-ES"/>
        </a:p>
      </dgm:t>
    </dgm:pt>
    <dgm:pt modelId="{7C941171-AAAB-4104-AB56-4A1E577FE9CA}">
      <dgm:prSet phldrT="[Texto]"/>
      <dgm:spPr/>
      <dgm:t>
        <a:bodyPr/>
        <a:lstStyle/>
        <a:p>
          <a:r>
            <a:rPr lang="es-ES"/>
            <a:t>Confiabilidad</a:t>
          </a:r>
        </a:p>
      </dgm:t>
    </dgm:pt>
    <dgm:pt modelId="{F1025AC2-E40D-493E-93BD-A4D0C560849E}" type="parTrans" cxnId="{16C479C6-3F55-4A18-9B8F-06FBF0E9518A}">
      <dgm:prSet/>
      <dgm:spPr/>
      <dgm:t>
        <a:bodyPr/>
        <a:lstStyle/>
        <a:p>
          <a:endParaRPr lang="es-ES"/>
        </a:p>
      </dgm:t>
    </dgm:pt>
    <dgm:pt modelId="{A814DBAF-48E2-467E-BE81-E0C49C8B6DCB}" type="sibTrans" cxnId="{16C479C6-3F55-4A18-9B8F-06FBF0E9518A}">
      <dgm:prSet/>
      <dgm:spPr/>
      <dgm:t>
        <a:bodyPr/>
        <a:lstStyle/>
        <a:p>
          <a:endParaRPr lang="es-ES"/>
        </a:p>
      </dgm:t>
    </dgm:pt>
    <dgm:pt modelId="{E35527CD-C4CA-4541-8513-E385657361D4}">
      <dgm:prSet phldrT="[Texto]"/>
      <dgm:spPr/>
      <dgm:t>
        <a:bodyPr/>
        <a:lstStyle/>
        <a:p>
          <a:r>
            <a:rPr lang="es-ES"/>
            <a:t>Metas</a:t>
          </a:r>
        </a:p>
      </dgm:t>
    </dgm:pt>
    <dgm:pt modelId="{10318DEF-0C95-4AD5-87B1-E879AFF8F766}" type="parTrans" cxnId="{9E517973-8D6E-4E2C-979F-DE4DBA9CBD16}">
      <dgm:prSet/>
      <dgm:spPr/>
      <dgm:t>
        <a:bodyPr/>
        <a:lstStyle/>
        <a:p>
          <a:endParaRPr lang="es-ES"/>
        </a:p>
      </dgm:t>
    </dgm:pt>
    <dgm:pt modelId="{A3DEE441-01C6-4D02-9CEB-966B6F2B10C4}" type="sibTrans" cxnId="{9E517973-8D6E-4E2C-979F-DE4DBA9CBD16}">
      <dgm:prSet/>
      <dgm:spPr/>
      <dgm:t>
        <a:bodyPr/>
        <a:lstStyle/>
        <a:p>
          <a:endParaRPr lang="es-ES"/>
        </a:p>
      </dgm:t>
    </dgm:pt>
    <dgm:pt modelId="{9F84A96F-EDA1-4B99-B8BD-D131A72750F3}">
      <dgm:prSet phldrT="[Texto]"/>
      <dgm:spPr/>
      <dgm:t>
        <a:bodyPr/>
        <a:lstStyle/>
        <a:p>
          <a:r>
            <a:rPr lang="es-ES"/>
            <a:t>Niveles formales</a:t>
          </a:r>
        </a:p>
      </dgm:t>
    </dgm:pt>
    <dgm:pt modelId="{7C7DF175-CF5F-49A7-9D77-6ADBE2E4A1D4}" type="parTrans" cxnId="{46B2D14B-0B2B-4F7D-8EA2-B50FFA95C62C}">
      <dgm:prSet/>
      <dgm:spPr/>
      <dgm:t>
        <a:bodyPr/>
        <a:lstStyle/>
        <a:p>
          <a:endParaRPr lang="es-ES"/>
        </a:p>
      </dgm:t>
    </dgm:pt>
    <dgm:pt modelId="{09E3E4EF-0923-4F85-B243-4119785A0C39}" type="sibTrans" cxnId="{46B2D14B-0B2B-4F7D-8EA2-B50FFA95C62C}">
      <dgm:prSet/>
      <dgm:spPr/>
      <dgm:t>
        <a:bodyPr/>
        <a:lstStyle/>
        <a:p>
          <a:endParaRPr lang="es-ES"/>
        </a:p>
      </dgm:t>
    </dgm:pt>
    <dgm:pt modelId="{1868DB34-1FEF-44C7-936D-B6B6F471A670}">
      <dgm:prSet phldrT="[Texto]"/>
      <dgm:spPr/>
      <dgm:t>
        <a:bodyPr/>
        <a:lstStyle/>
        <a:p>
          <a:r>
            <a:rPr lang="es-ES"/>
            <a:t>Ciclo de trabajo</a:t>
          </a:r>
        </a:p>
      </dgm:t>
    </dgm:pt>
    <dgm:pt modelId="{F6B23B94-98C4-4858-B436-C9A16BF30C41}" type="parTrans" cxnId="{00655C83-7489-4A11-8BF7-25E9FADB36B5}">
      <dgm:prSet/>
      <dgm:spPr/>
      <dgm:t>
        <a:bodyPr/>
        <a:lstStyle/>
        <a:p>
          <a:endParaRPr lang="es-ES"/>
        </a:p>
      </dgm:t>
    </dgm:pt>
    <dgm:pt modelId="{3164A7D3-8428-4255-A1AD-31998FEF45E8}" type="sibTrans" cxnId="{00655C83-7489-4A11-8BF7-25E9FADB36B5}">
      <dgm:prSet/>
      <dgm:spPr/>
      <dgm:t>
        <a:bodyPr/>
        <a:lstStyle/>
        <a:p>
          <a:endParaRPr lang="es-ES"/>
        </a:p>
      </dgm:t>
    </dgm:pt>
    <dgm:pt modelId="{369682DC-62F7-4613-9D59-F35C01E3C383}">
      <dgm:prSet phldrT="[Texto]"/>
      <dgm:spPr/>
      <dgm:t>
        <a:bodyPr/>
        <a:lstStyle/>
        <a:p>
          <a:r>
            <a:rPr lang="es-ES"/>
            <a:t>subsistemas</a:t>
          </a:r>
        </a:p>
      </dgm:t>
    </dgm:pt>
    <dgm:pt modelId="{9C4A8D50-F651-400E-AB95-BB259DD5F4E0}" type="parTrans" cxnId="{0A809E64-3F96-46EC-A7B8-2DB91203D35D}">
      <dgm:prSet/>
      <dgm:spPr/>
      <dgm:t>
        <a:bodyPr/>
        <a:lstStyle/>
        <a:p>
          <a:endParaRPr lang="es-ES"/>
        </a:p>
      </dgm:t>
    </dgm:pt>
    <dgm:pt modelId="{85261C4F-514D-4F64-8BA7-8B2726046BD3}" type="sibTrans" cxnId="{0A809E64-3F96-46EC-A7B8-2DB91203D35D}">
      <dgm:prSet/>
      <dgm:spPr/>
      <dgm:t>
        <a:bodyPr/>
        <a:lstStyle/>
        <a:p>
          <a:endParaRPr lang="es-ES"/>
        </a:p>
      </dgm:t>
    </dgm:pt>
    <dgm:pt modelId="{5D2912AB-799C-4352-93AA-5418CFD758DF}">
      <dgm:prSet phldrT="[Texto]"/>
      <dgm:spPr/>
      <dgm:t>
        <a:bodyPr/>
        <a:lstStyle/>
        <a:p>
          <a:r>
            <a:rPr lang="es-ES"/>
            <a:t>sistemas</a:t>
          </a:r>
        </a:p>
      </dgm:t>
    </dgm:pt>
    <dgm:pt modelId="{C2BCF379-E3D1-471D-AA61-F4A5794093D9}" type="parTrans" cxnId="{04B22F41-1E97-472D-A1F5-B9096C9E675A}">
      <dgm:prSet/>
      <dgm:spPr/>
      <dgm:t>
        <a:bodyPr/>
        <a:lstStyle/>
        <a:p>
          <a:endParaRPr lang="es-ES"/>
        </a:p>
      </dgm:t>
    </dgm:pt>
    <dgm:pt modelId="{65CF8EA8-9E6C-4CFA-AA8A-C687C458AC0F}" type="sibTrans" cxnId="{04B22F41-1E97-472D-A1F5-B9096C9E675A}">
      <dgm:prSet/>
      <dgm:spPr/>
      <dgm:t>
        <a:bodyPr/>
        <a:lstStyle/>
        <a:p>
          <a:endParaRPr lang="es-ES"/>
        </a:p>
      </dgm:t>
    </dgm:pt>
    <dgm:pt modelId="{F437967E-DD66-4FC2-8EA8-FBA01EC4A695}">
      <dgm:prSet/>
      <dgm:spPr/>
      <dgm:t>
        <a:bodyPr/>
        <a:lstStyle/>
        <a:p>
          <a:r>
            <a:rPr lang="es-ES"/>
            <a:t>Simulaciones computaciones</a:t>
          </a:r>
        </a:p>
      </dgm:t>
    </dgm:pt>
    <dgm:pt modelId="{D35A1A60-B0C2-4431-913B-C093AC6A3DE4}" type="parTrans" cxnId="{128EA82C-B1F4-4001-9441-80ADE9B99980}">
      <dgm:prSet/>
      <dgm:spPr/>
      <dgm:t>
        <a:bodyPr/>
        <a:lstStyle/>
        <a:p>
          <a:endParaRPr lang="es-ES"/>
        </a:p>
      </dgm:t>
    </dgm:pt>
    <dgm:pt modelId="{F3FDBE08-D01C-425D-9B57-4BB2D9302D25}" type="sibTrans" cxnId="{128EA82C-B1F4-4001-9441-80ADE9B99980}">
      <dgm:prSet/>
      <dgm:spPr/>
      <dgm:t>
        <a:bodyPr/>
        <a:lstStyle/>
        <a:p>
          <a:endParaRPr lang="es-ES"/>
        </a:p>
      </dgm:t>
    </dgm:pt>
    <dgm:pt modelId="{8497136F-4ADF-4BB8-AF1B-67D06A271928}">
      <dgm:prSet/>
      <dgm:spPr/>
      <dgm:t>
        <a:bodyPr/>
        <a:lstStyle/>
        <a:p>
          <a:r>
            <a:rPr lang="es-ES"/>
            <a:t>AMEF</a:t>
          </a:r>
        </a:p>
      </dgm:t>
    </dgm:pt>
    <dgm:pt modelId="{9276BB8B-0015-4624-887D-53E2D53D6D3B}" type="parTrans" cxnId="{6461D1DA-881E-496C-8383-25C0BDB7CDCB}">
      <dgm:prSet/>
      <dgm:spPr/>
      <dgm:t>
        <a:bodyPr/>
        <a:lstStyle/>
        <a:p>
          <a:endParaRPr lang="es-ES"/>
        </a:p>
      </dgm:t>
    </dgm:pt>
    <dgm:pt modelId="{C4626E8D-1945-4672-BB52-7756EAA47576}" type="sibTrans" cxnId="{6461D1DA-881E-496C-8383-25C0BDB7CDCB}">
      <dgm:prSet/>
      <dgm:spPr/>
      <dgm:t>
        <a:bodyPr/>
        <a:lstStyle/>
        <a:p>
          <a:endParaRPr lang="es-ES"/>
        </a:p>
      </dgm:t>
    </dgm:pt>
    <dgm:pt modelId="{672A660A-A37E-481B-A06C-A2328B96D62D}">
      <dgm:prSet/>
      <dgm:spPr/>
      <dgm:t>
        <a:bodyPr/>
        <a:lstStyle/>
        <a:p>
          <a:r>
            <a:rPr lang="es-ES"/>
            <a:t>ENSAMBLE CONSTRUIDO</a:t>
          </a:r>
        </a:p>
      </dgm:t>
    </dgm:pt>
    <dgm:pt modelId="{96449A2B-21CD-40A0-A2F8-A833FED0B65F}" type="parTrans" cxnId="{55C96413-3980-451F-B180-6AD62444C2E9}">
      <dgm:prSet/>
      <dgm:spPr/>
      <dgm:t>
        <a:bodyPr/>
        <a:lstStyle/>
        <a:p>
          <a:endParaRPr lang="es-ES"/>
        </a:p>
      </dgm:t>
    </dgm:pt>
    <dgm:pt modelId="{D26DB703-7074-42A5-888B-CFD8EE9AC8F1}" type="sibTrans" cxnId="{55C96413-3980-451F-B180-6AD62444C2E9}">
      <dgm:prSet/>
      <dgm:spPr/>
      <dgm:t>
        <a:bodyPr/>
        <a:lstStyle/>
        <a:p>
          <a:endParaRPr lang="es-ES"/>
        </a:p>
      </dgm:t>
    </dgm:pt>
    <dgm:pt modelId="{075B5FE8-A98D-4438-AFF9-0C4F2D62FED1}">
      <dgm:prSet/>
      <dgm:spPr/>
      <dgm:t>
        <a:bodyPr/>
        <a:lstStyle/>
        <a:p>
          <a:r>
            <a:rPr lang="es-ES"/>
            <a:t>Prueba de fallas</a:t>
          </a:r>
        </a:p>
      </dgm:t>
    </dgm:pt>
    <dgm:pt modelId="{8EE155A7-9ECD-4410-A36D-2F8DCEB269A5}" type="parTrans" cxnId="{3750B0AA-F180-4D04-B7D4-9E8954D3BC49}">
      <dgm:prSet/>
      <dgm:spPr/>
      <dgm:t>
        <a:bodyPr/>
        <a:lstStyle/>
        <a:p>
          <a:endParaRPr lang="es-ES"/>
        </a:p>
      </dgm:t>
    </dgm:pt>
    <dgm:pt modelId="{B04A2690-45D4-43B3-94D0-64F60F5AB1C6}" type="sibTrans" cxnId="{3750B0AA-F180-4D04-B7D4-9E8954D3BC49}">
      <dgm:prSet/>
      <dgm:spPr/>
      <dgm:t>
        <a:bodyPr/>
        <a:lstStyle/>
        <a:p>
          <a:endParaRPr lang="es-ES"/>
        </a:p>
      </dgm:t>
    </dgm:pt>
    <dgm:pt modelId="{DA6104B9-4E73-431B-A2D5-DE946D1DD0F8}">
      <dgm:prSet/>
      <dgm:spPr/>
      <dgm:t>
        <a:bodyPr/>
        <a:lstStyle/>
        <a:p>
          <a:r>
            <a:rPr lang="es-ES"/>
            <a:t>Diseño de experimentos</a:t>
          </a:r>
        </a:p>
      </dgm:t>
    </dgm:pt>
    <dgm:pt modelId="{D467EC93-F147-4378-87CE-9C057787ABA6}" type="parTrans" cxnId="{FD8B1FAA-B768-48B8-AD67-6D602340A429}">
      <dgm:prSet/>
      <dgm:spPr/>
      <dgm:t>
        <a:bodyPr/>
        <a:lstStyle/>
        <a:p>
          <a:endParaRPr lang="es-ES"/>
        </a:p>
      </dgm:t>
    </dgm:pt>
    <dgm:pt modelId="{7764DE09-0F23-47C1-A195-A9D2F5BAE284}" type="sibTrans" cxnId="{FD8B1FAA-B768-48B8-AD67-6D602340A429}">
      <dgm:prSet/>
      <dgm:spPr/>
      <dgm:t>
        <a:bodyPr/>
        <a:lstStyle/>
        <a:p>
          <a:endParaRPr lang="es-ES"/>
        </a:p>
      </dgm:t>
    </dgm:pt>
    <dgm:pt modelId="{99785B64-40C0-4E05-BEC0-07878B70BECD}">
      <dgm:prSet/>
      <dgm:spPr/>
      <dgm:t>
        <a:bodyPr/>
        <a:lstStyle/>
        <a:p>
          <a:r>
            <a:rPr lang="es-ES"/>
            <a:t>Resultados de variaciòn</a:t>
          </a:r>
        </a:p>
      </dgm:t>
    </dgm:pt>
    <dgm:pt modelId="{87F9CBF2-264F-4B8F-AF2F-469B44268B32}" type="parTrans" cxnId="{C2C4E5E8-9B15-4AFD-83F4-FFD468186204}">
      <dgm:prSet/>
      <dgm:spPr/>
      <dgm:t>
        <a:bodyPr/>
        <a:lstStyle/>
        <a:p>
          <a:endParaRPr lang="es-ES"/>
        </a:p>
      </dgm:t>
    </dgm:pt>
    <dgm:pt modelId="{F4919CC7-DC45-4565-936E-F0EE474A107F}" type="sibTrans" cxnId="{C2C4E5E8-9B15-4AFD-83F4-FFD468186204}">
      <dgm:prSet/>
      <dgm:spPr/>
      <dgm:t>
        <a:bodyPr/>
        <a:lstStyle/>
        <a:p>
          <a:endParaRPr lang="es-ES"/>
        </a:p>
      </dgm:t>
    </dgm:pt>
    <dgm:pt modelId="{CC61419F-2A98-46AB-92D5-84D7CB1B88E4}">
      <dgm:prSet/>
      <dgm:spPr/>
      <dgm:t>
        <a:bodyPr/>
        <a:lstStyle/>
        <a:p>
          <a:r>
            <a:rPr lang="es-ES"/>
            <a:t>Avances en la verificaciòn del diseño.</a:t>
          </a:r>
        </a:p>
      </dgm:t>
    </dgm:pt>
    <dgm:pt modelId="{B84023F5-4182-427C-82EF-B467607025D3}" type="parTrans" cxnId="{E685C4CF-E669-43CB-B5F3-4A1379755493}">
      <dgm:prSet/>
      <dgm:spPr/>
      <dgm:t>
        <a:bodyPr/>
        <a:lstStyle/>
        <a:p>
          <a:endParaRPr lang="es-ES"/>
        </a:p>
      </dgm:t>
    </dgm:pt>
    <dgm:pt modelId="{7315EEF4-F412-4779-857B-DC5F2A3F2DF4}" type="sibTrans" cxnId="{E685C4CF-E669-43CB-B5F3-4A1379755493}">
      <dgm:prSet/>
      <dgm:spPr/>
      <dgm:t>
        <a:bodyPr/>
        <a:lstStyle/>
        <a:p>
          <a:endParaRPr lang="es-ES"/>
        </a:p>
      </dgm:t>
    </dgm:pt>
    <dgm:pt modelId="{45B1D594-F4A3-4157-90A9-EB5F12E66A5F}" type="pres">
      <dgm:prSet presAssocID="{EC869D12-2956-4F02-A7BC-A01F7018F9A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5EC2D431-8DCA-4881-951D-2BEB4A327DE1}" type="pres">
      <dgm:prSet presAssocID="{1A3CAB73-054B-45F0-BF85-44731A64FDFE}" presName="compNode" presStyleCnt="0"/>
      <dgm:spPr/>
    </dgm:pt>
    <dgm:pt modelId="{F9396A45-20F9-487A-A977-0B4EE237FE94}" type="pres">
      <dgm:prSet presAssocID="{1A3CAB73-054B-45F0-BF85-44731A64FDFE}" presName="aNode" presStyleLbl="bgShp" presStyleIdx="0" presStyleCnt="8"/>
      <dgm:spPr/>
      <dgm:t>
        <a:bodyPr/>
        <a:lstStyle/>
        <a:p>
          <a:endParaRPr lang="es-MX"/>
        </a:p>
      </dgm:t>
    </dgm:pt>
    <dgm:pt modelId="{C3540827-9653-47D7-A4FC-710BBFE39EB2}" type="pres">
      <dgm:prSet presAssocID="{1A3CAB73-054B-45F0-BF85-44731A64FDFE}" presName="textNode" presStyleLbl="bgShp" presStyleIdx="0" presStyleCnt="8"/>
      <dgm:spPr/>
      <dgm:t>
        <a:bodyPr/>
        <a:lstStyle/>
        <a:p>
          <a:endParaRPr lang="es-MX"/>
        </a:p>
      </dgm:t>
    </dgm:pt>
    <dgm:pt modelId="{7B584BF0-E1DA-4F8B-BF9C-2AD3FD4195CD}" type="pres">
      <dgm:prSet presAssocID="{1A3CAB73-054B-45F0-BF85-44731A64FDFE}" presName="compChildNode" presStyleCnt="0"/>
      <dgm:spPr/>
    </dgm:pt>
    <dgm:pt modelId="{09073075-C10E-4395-904B-DD9158E1DE37}" type="pres">
      <dgm:prSet presAssocID="{1A3CAB73-054B-45F0-BF85-44731A64FDFE}" presName="theInnerList" presStyleCnt="0"/>
      <dgm:spPr/>
    </dgm:pt>
    <dgm:pt modelId="{8625306A-97F3-4FC5-B6B8-C6E5C4894A0B}" type="pres">
      <dgm:prSet presAssocID="{B4DA7A3D-B557-4AB5-ACC4-DABE18506A63}" presName="child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91B086CE-8DBC-47C8-BE8B-4882BBC2AC90}" type="pres">
      <dgm:prSet presAssocID="{B4DA7A3D-B557-4AB5-ACC4-DABE18506A63}" presName="aSpace2" presStyleCnt="0"/>
      <dgm:spPr/>
    </dgm:pt>
    <dgm:pt modelId="{DB15934F-E45B-4134-8BF2-EF27F3A8096F}" type="pres">
      <dgm:prSet presAssocID="{58693015-1E18-4CBE-9422-30F1F62BD697}" presName="child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1C14362-6CFC-4B46-8671-2185415D3AE4}" type="pres">
      <dgm:prSet presAssocID="{1A3CAB73-054B-45F0-BF85-44731A64FDFE}" presName="aSpace" presStyleCnt="0"/>
      <dgm:spPr/>
    </dgm:pt>
    <dgm:pt modelId="{817D570E-55D2-497E-A8E6-DDDDF52F13BB}" type="pres">
      <dgm:prSet presAssocID="{7C941171-AAAB-4104-AB56-4A1E577FE9CA}" presName="compNode" presStyleCnt="0"/>
      <dgm:spPr/>
    </dgm:pt>
    <dgm:pt modelId="{B0EBDA34-4FA7-4D45-9959-29108BDB482C}" type="pres">
      <dgm:prSet presAssocID="{7C941171-AAAB-4104-AB56-4A1E577FE9CA}" presName="aNode" presStyleLbl="bgShp" presStyleIdx="1" presStyleCnt="8"/>
      <dgm:spPr/>
      <dgm:t>
        <a:bodyPr/>
        <a:lstStyle/>
        <a:p>
          <a:endParaRPr lang="es-MX"/>
        </a:p>
      </dgm:t>
    </dgm:pt>
    <dgm:pt modelId="{EC3335E7-CA68-4922-8798-9DC03EEFB5C8}" type="pres">
      <dgm:prSet presAssocID="{7C941171-AAAB-4104-AB56-4A1E577FE9CA}" presName="textNode" presStyleLbl="bgShp" presStyleIdx="1" presStyleCnt="8"/>
      <dgm:spPr/>
      <dgm:t>
        <a:bodyPr/>
        <a:lstStyle/>
        <a:p>
          <a:endParaRPr lang="es-MX"/>
        </a:p>
      </dgm:t>
    </dgm:pt>
    <dgm:pt modelId="{BA6A4CFD-A7BF-40C2-94EA-863C413E84F6}" type="pres">
      <dgm:prSet presAssocID="{7C941171-AAAB-4104-AB56-4A1E577FE9CA}" presName="compChildNode" presStyleCnt="0"/>
      <dgm:spPr/>
    </dgm:pt>
    <dgm:pt modelId="{AAB8D54D-D8E0-49FC-860D-CB429B3A9FBA}" type="pres">
      <dgm:prSet presAssocID="{7C941171-AAAB-4104-AB56-4A1E577FE9CA}" presName="theInnerList" presStyleCnt="0"/>
      <dgm:spPr/>
    </dgm:pt>
    <dgm:pt modelId="{E1FDCD31-BF84-4A15-9483-9CCB0D1D01D8}" type="pres">
      <dgm:prSet presAssocID="{E35527CD-C4CA-4541-8513-E385657361D4}" presName="child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A97416C-31C0-49D3-92DC-20EBB3B49618}" type="pres">
      <dgm:prSet presAssocID="{E35527CD-C4CA-4541-8513-E385657361D4}" presName="aSpace2" presStyleCnt="0"/>
      <dgm:spPr/>
    </dgm:pt>
    <dgm:pt modelId="{2A8E48A2-35A5-4292-9DF6-F859B9B2CB8A}" type="pres">
      <dgm:prSet presAssocID="{9F84A96F-EDA1-4B99-B8BD-D131A72750F3}" presName="child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9BE01660-7627-4E5F-8AF7-CDEAFC764FB6}" type="pres">
      <dgm:prSet presAssocID="{7C941171-AAAB-4104-AB56-4A1E577FE9CA}" presName="aSpace" presStyleCnt="0"/>
      <dgm:spPr/>
    </dgm:pt>
    <dgm:pt modelId="{B2774717-1768-4D25-B2CC-766D76890B96}" type="pres">
      <dgm:prSet presAssocID="{1868DB34-1FEF-44C7-936D-B6B6F471A670}" presName="compNode" presStyleCnt="0"/>
      <dgm:spPr/>
    </dgm:pt>
    <dgm:pt modelId="{D92B4C57-621A-4E22-81DA-D63053CFDF17}" type="pres">
      <dgm:prSet presAssocID="{1868DB34-1FEF-44C7-936D-B6B6F471A670}" presName="aNode" presStyleLbl="bgShp" presStyleIdx="2" presStyleCnt="8"/>
      <dgm:spPr/>
      <dgm:t>
        <a:bodyPr/>
        <a:lstStyle/>
        <a:p>
          <a:endParaRPr lang="es-MX"/>
        </a:p>
      </dgm:t>
    </dgm:pt>
    <dgm:pt modelId="{04310A4C-DD74-4F47-9218-7D6B790A766A}" type="pres">
      <dgm:prSet presAssocID="{1868DB34-1FEF-44C7-936D-B6B6F471A670}" presName="textNode" presStyleLbl="bgShp" presStyleIdx="2" presStyleCnt="8"/>
      <dgm:spPr/>
      <dgm:t>
        <a:bodyPr/>
        <a:lstStyle/>
        <a:p>
          <a:endParaRPr lang="es-MX"/>
        </a:p>
      </dgm:t>
    </dgm:pt>
    <dgm:pt modelId="{9CBDB095-2723-46E6-AF73-C3E87FE4775C}" type="pres">
      <dgm:prSet presAssocID="{1868DB34-1FEF-44C7-936D-B6B6F471A670}" presName="compChildNode" presStyleCnt="0"/>
      <dgm:spPr/>
    </dgm:pt>
    <dgm:pt modelId="{DE8CD4E5-8742-4996-972A-82ADAF3F742D}" type="pres">
      <dgm:prSet presAssocID="{1868DB34-1FEF-44C7-936D-B6B6F471A670}" presName="theInnerList" presStyleCnt="0"/>
      <dgm:spPr/>
    </dgm:pt>
    <dgm:pt modelId="{DDFCA166-2CFC-4A06-AD94-DA4302256765}" type="pres">
      <dgm:prSet presAssocID="{369682DC-62F7-4613-9D59-F35C01E3C383}" presName="child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8B893B7-2031-4707-AEE7-9A014F45A853}" type="pres">
      <dgm:prSet presAssocID="{369682DC-62F7-4613-9D59-F35C01E3C383}" presName="aSpace2" presStyleCnt="0"/>
      <dgm:spPr/>
    </dgm:pt>
    <dgm:pt modelId="{8CE022D2-E943-494D-9235-36EAA67D1DF6}" type="pres">
      <dgm:prSet presAssocID="{5D2912AB-799C-4352-93AA-5418CFD758DF}" presName="child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EEB20F0-8DA4-46C1-83AD-385D0E17BBF0}" type="pres">
      <dgm:prSet presAssocID="{1868DB34-1FEF-44C7-936D-B6B6F471A670}" presName="aSpace" presStyleCnt="0"/>
      <dgm:spPr/>
    </dgm:pt>
    <dgm:pt modelId="{042C7BBC-06AB-49E8-9BD3-A9B8CB3BB524}" type="pres">
      <dgm:prSet presAssocID="{F437967E-DD66-4FC2-8EA8-FBA01EC4A695}" presName="compNode" presStyleCnt="0"/>
      <dgm:spPr/>
    </dgm:pt>
    <dgm:pt modelId="{B46BBFCF-3D4A-4D5E-9669-28C22728FE6C}" type="pres">
      <dgm:prSet presAssocID="{F437967E-DD66-4FC2-8EA8-FBA01EC4A695}" presName="aNode" presStyleLbl="bgShp" presStyleIdx="3" presStyleCnt="8"/>
      <dgm:spPr/>
      <dgm:t>
        <a:bodyPr/>
        <a:lstStyle/>
        <a:p>
          <a:endParaRPr lang="es-MX"/>
        </a:p>
      </dgm:t>
    </dgm:pt>
    <dgm:pt modelId="{F48C5D75-F45C-4273-9341-701F3D2B54B1}" type="pres">
      <dgm:prSet presAssocID="{F437967E-DD66-4FC2-8EA8-FBA01EC4A695}" presName="textNode" presStyleLbl="bgShp" presStyleIdx="3" presStyleCnt="8"/>
      <dgm:spPr/>
      <dgm:t>
        <a:bodyPr/>
        <a:lstStyle/>
        <a:p>
          <a:endParaRPr lang="es-MX"/>
        </a:p>
      </dgm:t>
    </dgm:pt>
    <dgm:pt modelId="{5CD40C22-9835-4B8E-85FA-ADB06DC906B5}" type="pres">
      <dgm:prSet presAssocID="{F437967E-DD66-4FC2-8EA8-FBA01EC4A695}" presName="compChildNode" presStyleCnt="0"/>
      <dgm:spPr/>
    </dgm:pt>
    <dgm:pt modelId="{A285A802-90C1-46DD-A6D4-23869FCF67EA}" type="pres">
      <dgm:prSet presAssocID="{F437967E-DD66-4FC2-8EA8-FBA01EC4A695}" presName="theInnerList" presStyleCnt="0"/>
      <dgm:spPr/>
    </dgm:pt>
    <dgm:pt modelId="{720F4FB1-1D2D-4CD2-8DAA-4C5CE0D85873}" type="pres">
      <dgm:prSet presAssocID="{F437967E-DD66-4FC2-8EA8-FBA01EC4A695}" presName="aSpace" presStyleCnt="0"/>
      <dgm:spPr/>
    </dgm:pt>
    <dgm:pt modelId="{E20CE088-0CAC-44DF-A7D1-72B270BF7627}" type="pres">
      <dgm:prSet presAssocID="{8497136F-4ADF-4BB8-AF1B-67D06A271928}" presName="compNode" presStyleCnt="0"/>
      <dgm:spPr/>
    </dgm:pt>
    <dgm:pt modelId="{1FED6FA3-45CD-40DD-83B0-213739F35473}" type="pres">
      <dgm:prSet presAssocID="{8497136F-4ADF-4BB8-AF1B-67D06A271928}" presName="aNode" presStyleLbl="bgShp" presStyleIdx="4" presStyleCnt="8"/>
      <dgm:spPr/>
      <dgm:t>
        <a:bodyPr/>
        <a:lstStyle/>
        <a:p>
          <a:endParaRPr lang="es-MX"/>
        </a:p>
      </dgm:t>
    </dgm:pt>
    <dgm:pt modelId="{851023B2-A553-4E57-8992-003FA2A62BA8}" type="pres">
      <dgm:prSet presAssocID="{8497136F-4ADF-4BB8-AF1B-67D06A271928}" presName="textNode" presStyleLbl="bgShp" presStyleIdx="4" presStyleCnt="8"/>
      <dgm:spPr/>
      <dgm:t>
        <a:bodyPr/>
        <a:lstStyle/>
        <a:p>
          <a:endParaRPr lang="es-MX"/>
        </a:p>
      </dgm:t>
    </dgm:pt>
    <dgm:pt modelId="{CBCF2568-77D7-4B57-B8B0-DD70F50C6FA5}" type="pres">
      <dgm:prSet presAssocID="{8497136F-4ADF-4BB8-AF1B-67D06A271928}" presName="compChildNode" presStyleCnt="0"/>
      <dgm:spPr/>
    </dgm:pt>
    <dgm:pt modelId="{DED6BCB6-1F41-4046-A791-38A38EA198A5}" type="pres">
      <dgm:prSet presAssocID="{8497136F-4ADF-4BB8-AF1B-67D06A271928}" presName="theInnerList" presStyleCnt="0"/>
      <dgm:spPr/>
    </dgm:pt>
    <dgm:pt modelId="{CDEA67C6-3A97-4E69-A8DD-9EB2125E08AA}" type="pres">
      <dgm:prSet presAssocID="{8497136F-4ADF-4BB8-AF1B-67D06A271928}" presName="aSpace" presStyleCnt="0"/>
      <dgm:spPr/>
    </dgm:pt>
    <dgm:pt modelId="{2BEEBC75-9E0C-4610-B39F-35A954D04124}" type="pres">
      <dgm:prSet presAssocID="{672A660A-A37E-481B-A06C-A2328B96D62D}" presName="compNode" presStyleCnt="0"/>
      <dgm:spPr/>
    </dgm:pt>
    <dgm:pt modelId="{FDC6B819-B5C9-4EFE-B167-DF287C4B73C3}" type="pres">
      <dgm:prSet presAssocID="{672A660A-A37E-481B-A06C-A2328B96D62D}" presName="aNode" presStyleLbl="bgShp" presStyleIdx="5" presStyleCnt="8"/>
      <dgm:spPr/>
      <dgm:t>
        <a:bodyPr/>
        <a:lstStyle/>
        <a:p>
          <a:endParaRPr lang="es-MX"/>
        </a:p>
      </dgm:t>
    </dgm:pt>
    <dgm:pt modelId="{C132BC3A-6FD7-4CF7-8DF4-8CC311EBF2AA}" type="pres">
      <dgm:prSet presAssocID="{672A660A-A37E-481B-A06C-A2328B96D62D}" presName="textNode" presStyleLbl="bgShp" presStyleIdx="5" presStyleCnt="8"/>
      <dgm:spPr/>
      <dgm:t>
        <a:bodyPr/>
        <a:lstStyle/>
        <a:p>
          <a:endParaRPr lang="es-MX"/>
        </a:p>
      </dgm:t>
    </dgm:pt>
    <dgm:pt modelId="{80330F3C-1AA7-4C9D-8180-283DD4617F98}" type="pres">
      <dgm:prSet presAssocID="{672A660A-A37E-481B-A06C-A2328B96D62D}" presName="compChildNode" presStyleCnt="0"/>
      <dgm:spPr/>
    </dgm:pt>
    <dgm:pt modelId="{6BDD5FFD-CD5D-46B9-A436-77F5F3BC6CC7}" type="pres">
      <dgm:prSet presAssocID="{672A660A-A37E-481B-A06C-A2328B96D62D}" presName="theInnerList" presStyleCnt="0"/>
      <dgm:spPr/>
    </dgm:pt>
    <dgm:pt modelId="{0E1617F1-83CF-4F91-9AB9-53AF2FB2E96B}" type="pres">
      <dgm:prSet presAssocID="{DA6104B9-4E73-431B-A2D5-DE946D1DD0F8}" presName="child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E670C0A-F4AD-40BC-8673-EDDF5D0B17A7}" type="pres">
      <dgm:prSet presAssocID="{DA6104B9-4E73-431B-A2D5-DE946D1DD0F8}" presName="aSpace2" presStyleCnt="0"/>
      <dgm:spPr/>
    </dgm:pt>
    <dgm:pt modelId="{285F554C-99E9-4DE6-BF82-1F641993B99B}" type="pres">
      <dgm:prSet presAssocID="{99785B64-40C0-4E05-BEC0-07878B70BECD}" presName="child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8F8780C-9D34-4897-B50B-1BE2BDE9E18E}" type="pres">
      <dgm:prSet presAssocID="{672A660A-A37E-481B-A06C-A2328B96D62D}" presName="aSpace" presStyleCnt="0"/>
      <dgm:spPr/>
    </dgm:pt>
    <dgm:pt modelId="{71AC16B9-1BB4-43A3-836C-957F32DFE194}" type="pres">
      <dgm:prSet presAssocID="{075B5FE8-A98D-4438-AFF9-0C4F2D62FED1}" presName="compNode" presStyleCnt="0"/>
      <dgm:spPr/>
    </dgm:pt>
    <dgm:pt modelId="{9C7EFBEA-170B-4293-81DC-3F579EBBBA10}" type="pres">
      <dgm:prSet presAssocID="{075B5FE8-A98D-4438-AFF9-0C4F2D62FED1}" presName="aNode" presStyleLbl="bgShp" presStyleIdx="6" presStyleCnt="8"/>
      <dgm:spPr/>
      <dgm:t>
        <a:bodyPr/>
        <a:lstStyle/>
        <a:p>
          <a:endParaRPr lang="es-MX"/>
        </a:p>
      </dgm:t>
    </dgm:pt>
    <dgm:pt modelId="{58A77510-F870-4B3E-9B2A-DBD75F7C3156}" type="pres">
      <dgm:prSet presAssocID="{075B5FE8-A98D-4438-AFF9-0C4F2D62FED1}" presName="textNode" presStyleLbl="bgShp" presStyleIdx="6" presStyleCnt="8"/>
      <dgm:spPr/>
      <dgm:t>
        <a:bodyPr/>
        <a:lstStyle/>
        <a:p>
          <a:endParaRPr lang="es-MX"/>
        </a:p>
      </dgm:t>
    </dgm:pt>
    <dgm:pt modelId="{9CDB3325-3B58-4667-91BD-2CBD56CF7CEE}" type="pres">
      <dgm:prSet presAssocID="{075B5FE8-A98D-4438-AFF9-0C4F2D62FED1}" presName="compChildNode" presStyleCnt="0"/>
      <dgm:spPr/>
    </dgm:pt>
    <dgm:pt modelId="{6A618974-45C1-4280-8ABE-7F7AF2C5CE8C}" type="pres">
      <dgm:prSet presAssocID="{075B5FE8-A98D-4438-AFF9-0C4F2D62FED1}" presName="theInnerList" presStyleCnt="0"/>
      <dgm:spPr/>
    </dgm:pt>
    <dgm:pt modelId="{DA3187A6-9197-4A69-824C-C651AD7EFF29}" type="pres">
      <dgm:prSet presAssocID="{075B5FE8-A98D-4438-AFF9-0C4F2D62FED1}" presName="aSpace" presStyleCnt="0"/>
      <dgm:spPr/>
    </dgm:pt>
    <dgm:pt modelId="{9B2ADF72-A429-4DD4-82CB-D4E60ED56DFB}" type="pres">
      <dgm:prSet presAssocID="{CC61419F-2A98-46AB-92D5-84D7CB1B88E4}" presName="compNode" presStyleCnt="0"/>
      <dgm:spPr/>
    </dgm:pt>
    <dgm:pt modelId="{9FAE5580-E49F-436B-96A2-ECF876B36F42}" type="pres">
      <dgm:prSet presAssocID="{CC61419F-2A98-46AB-92D5-84D7CB1B88E4}" presName="aNode" presStyleLbl="bgShp" presStyleIdx="7" presStyleCnt="8"/>
      <dgm:spPr/>
      <dgm:t>
        <a:bodyPr/>
        <a:lstStyle/>
        <a:p>
          <a:endParaRPr lang="es-MX"/>
        </a:p>
      </dgm:t>
    </dgm:pt>
    <dgm:pt modelId="{40B916CE-5497-484E-95FD-13CCFCFA0C3F}" type="pres">
      <dgm:prSet presAssocID="{CC61419F-2A98-46AB-92D5-84D7CB1B88E4}" presName="textNode" presStyleLbl="bgShp" presStyleIdx="7" presStyleCnt="8"/>
      <dgm:spPr/>
      <dgm:t>
        <a:bodyPr/>
        <a:lstStyle/>
        <a:p>
          <a:endParaRPr lang="es-MX"/>
        </a:p>
      </dgm:t>
    </dgm:pt>
    <dgm:pt modelId="{59D393FC-E165-4E1A-B17F-D00E5C0D9E21}" type="pres">
      <dgm:prSet presAssocID="{CC61419F-2A98-46AB-92D5-84D7CB1B88E4}" presName="compChildNode" presStyleCnt="0"/>
      <dgm:spPr/>
    </dgm:pt>
    <dgm:pt modelId="{DCF0EB97-3BFE-41ED-9CA7-6419ECF28713}" type="pres">
      <dgm:prSet presAssocID="{CC61419F-2A98-46AB-92D5-84D7CB1B88E4}" presName="theInnerList" presStyleCnt="0"/>
      <dgm:spPr/>
    </dgm:pt>
  </dgm:ptLst>
  <dgm:cxnLst>
    <dgm:cxn modelId="{128EA82C-B1F4-4001-9441-80ADE9B99980}" srcId="{EC869D12-2956-4F02-A7BC-A01F7018F9AE}" destId="{F437967E-DD66-4FC2-8EA8-FBA01EC4A695}" srcOrd="3" destOrd="0" parTransId="{D35A1A60-B0C2-4431-913B-C093AC6A3DE4}" sibTransId="{F3FDBE08-D01C-425D-9B57-4BB2D9302D25}"/>
    <dgm:cxn modelId="{04B22F41-1E97-472D-A1F5-B9096C9E675A}" srcId="{1868DB34-1FEF-44C7-936D-B6B6F471A670}" destId="{5D2912AB-799C-4352-93AA-5418CFD758DF}" srcOrd="1" destOrd="0" parTransId="{C2BCF379-E3D1-471D-AA61-F4A5794093D9}" sibTransId="{65CF8EA8-9E6C-4CFA-AA8A-C687C458AC0F}"/>
    <dgm:cxn modelId="{3750B0AA-F180-4D04-B7D4-9E8954D3BC49}" srcId="{EC869D12-2956-4F02-A7BC-A01F7018F9AE}" destId="{075B5FE8-A98D-4438-AFF9-0C4F2D62FED1}" srcOrd="6" destOrd="0" parTransId="{8EE155A7-9ECD-4410-A36D-2F8DCEB269A5}" sibTransId="{B04A2690-45D4-43B3-94D0-64F60F5AB1C6}"/>
    <dgm:cxn modelId="{8C21D740-73A3-4922-B8CC-A7BC1CF9EE17}" type="presOf" srcId="{9F84A96F-EDA1-4B99-B8BD-D131A72750F3}" destId="{2A8E48A2-35A5-4292-9DF6-F859B9B2CB8A}" srcOrd="0" destOrd="0" presId="urn:microsoft.com/office/officeart/2005/8/layout/lProcess2"/>
    <dgm:cxn modelId="{F5EB3B1F-F669-4CBC-81D6-C5F900ADB2ED}" type="presOf" srcId="{1A3CAB73-054B-45F0-BF85-44731A64FDFE}" destId="{C3540827-9653-47D7-A4FC-710BBFE39EB2}" srcOrd="1" destOrd="0" presId="urn:microsoft.com/office/officeart/2005/8/layout/lProcess2"/>
    <dgm:cxn modelId="{2A3E0083-A137-458E-B42E-0685661623A7}" type="presOf" srcId="{CC61419F-2A98-46AB-92D5-84D7CB1B88E4}" destId="{40B916CE-5497-484E-95FD-13CCFCFA0C3F}" srcOrd="1" destOrd="0" presId="urn:microsoft.com/office/officeart/2005/8/layout/lProcess2"/>
    <dgm:cxn modelId="{B9AA0B8C-B3BB-468A-837F-6010AE76474E}" type="presOf" srcId="{58693015-1E18-4CBE-9422-30F1F62BD697}" destId="{DB15934F-E45B-4134-8BF2-EF27F3A8096F}" srcOrd="0" destOrd="0" presId="urn:microsoft.com/office/officeart/2005/8/layout/lProcess2"/>
    <dgm:cxn modelId="{0A809E64-3F96-46EC-A7B8-2DB91203D35D}" srcId="{1868DB34-1FEF-44C7-936D-B6B6F471A670}" destId="{369682DC-62F7-4613-9D59-F35C01E3C383}" srcOrd="0" destOrd="0" parTransId="{9C4A8D50-F651-400E-AB95-BB259DD5F4E0}" sibTransId="{85261C4F-514D-4F64-8BA7-8B2726046BD3}"/>
    <dgm:cxn modelId="{6461D1DA-881E-496C-8383-25C0BDB7CDCB}" srcId="{EC869D12-2956-4F02-A7BC-A01F7018F9AE}" destId="{8497136F-4ADF-4BB8-AF1B-67D06A271928}" srcOrd="4" destOrd="0" parTransId="{9276BB8B-0015-4624-887D-53E2D53D6D3B}" sibTransId="{C4626E8D-1945-4672-BB52-7756EAA47576}"/>
    <dgm:cxn modelId="{75C5F9FC-BCAC-4ACE-A99A-42D41EB4B617}" type="presOf" srcId="{DA6104B9-4E73-431B-A2D5-DE946D1DD0F8}" destId="{0E1617F1-83CF-4F91-9AB9-53AF2FB2E96B}" srcOrd="0" destOrd="0" presId="urn:microsoft.com/office/officeart/2005/8/layout/lProcess2"/>
    <dgm:cxn modelId="{54F833EE-70B9-4DAE-B8AB-DF68332E26AC}" type="presOf" srcId="{075B5FE8-A98D-4438-AFF9-0C4F2D62FED1}" destId="{9C7EFBEA-170B-4293-81DC-3F579EBBBA10}" srcOrd="0" destOrd="0" presId="urn:microsoft.com/office/officeart/2005/8/layout/lProcess2"/>
    <dgm:cxn modelId="{0241B013-2C20-4124-90D3-86B47AAA2B57}" type="presOf" srcId="{E35527CD-C4CA-4541-8513-E385657361D4}" destId="{E1FDCD31-BF84-4A15-9483-9CCB0D1D01D8}" srcOrd="0" destOrd="0" presId="urn:microsoft.com/office/officeart/2005/8/layout/lProcess2"/>
    <dgm:cxn modelId="{C2C4E5E8-9B15-4AFD-83F4-FFD468186204}" srcId="{672A660A-A37E-481B-A06C-A2328B96D62D}" destId="{99785B64-40C0-4E05-BEC0-07878B70BECD}" srcOrd="1" destOrd="0" parTransId="{87F9CBF2-264F-4B8F-AF2F-469B44268B32}" sibTransId="{F4919CC7-DC45-4565-936E-F0EE474A107F}"/>
    <dgm:cxn modelId="{00655C83-7489-4A11-8BF7-25E9FADB36B5}" srcId="{EC869D12-2956-4F02-A7BC-A01F7018F9AE}" destId="{1868DB34-1FEF-44C7-936D-B6B6F471A670}" srcOrd="2" destOrd="0" parTransId="{F6B23B94-98C4-4858-B436-C9A16BF30C41}" sibTransId="{3164A7D3-8428-4255-A1AD-31998FEF45E8}"/>
    <dgm:cxn modelId="{97E7ED31-D680-4F3B-B3C2-6566A9090D23}" type="presOf" srcId="{99785B64-40C0-4E05-BEC0-07878B70BECD}" destId="{285F554C-99E9-4DE6-BF82-1F641993B99B}" srcOrd="0" destOrd="0" presId="urn:microsoft.com/office/officeart/2005/8/layout/lProcess2"/>
    <dgm:cxn modelId="{BD916108-411C-4AC1-AED7-87C026751C98}" type="presOf" srcId="{7C941171-AAAB-4104-AB56-4A1E577FE9CA}" destId="{EC3335E7-CA68-4922-8798-9DC03EEFB5C8}" srcOrd="1" destOrd="0" presId="urn:microsoft.com/office/officeart/2005/8/layout/lProcess2"/>
    <dgm:cxn modelId="{E685C4CF-E669-43CB-B5F3-4A1379755493}" srcId="{EC869D12-2956-4F02-A7BC-A01F7018F9AE}" destId="{CC61419F-2A98-46AB-92D5-84D7CB1B88E4}" srcOrd="7" destOrd="0" parTransId="{B84023F5-4182-427C-82EF-B467607025D3}" sibTransId="{7315EEF4-F412-4779-857B-DC5F2A3F2DF4}"/>
    <dgm:cxn modelId="{476F6D31-1953-44F8-AC6B-7319895EFC87}" type="presOf" srcId="{1868DB34-1FEF-44C7-936D-B6B6F471A670}" destId="{04310A4C-DD74-4F47-9218-7D6B790A766A}" srcOrd="1" destOrd="0" presId="urn:microsoft.com/office/officeart/2005/8/layout/lProcess2"/>
    <dgm:cxn modelId="{3A8405DB-456C-4EC1-ABD7-D0145E78736E}" type="presOf" srcId="{369682DC-62F7-4613-9D59-F35C01E3C383}" destId="{DDFCA166-2CFC-4A06-AD94-DA4302256765}" srcOrd="0" destOrd="0" presId="urn:microsoft.com/office/officeart/2005/8/layout/lProcess2"/>
    <dgm:cxn modelId="{FD8B1FAA-B768-48B8-AD67-6D602340A429}" srcId="{672A660A-A37E-481B-A06C-A2328B96D62D}" destId="{DA6104B9-4E73-431B-A2D5-DE946D1DD0F8}" srcOrd="0" destOrd="0" parTransId="{D467EC93-F147-4378-87CE-9C057787ABA6}" sibTransId="{7764DE09-0F23-47C1-A195-A9D2F5BAE284}"/>
    <dgm:cxn modelId="{AAE0CB7D-6312-4204-AC24-7254AF793E19}" type="presOf" srcId="{1868DB34-1FEF-44C7-936D-B6B6F471A670}" destId="{D92B4C57-621A-4E22-81DA-D63053CFDF17}" srcOrd="0" destOrd="0" presId="urn:microsoft.com/office/officeart/2005/8/layout/lProcess2"/>
    <dgm:cxn modelId="{3C867E55-0AD1-495E-9965-5A3FFAE02813}" srcId="{EC869D12-2956-4F02-A7BC-A01F7018F9AE}" destId="{1A3CAB73-054B-45F0-BF85-44731A64FDFE}" srcOrd="0" destOrd="0" parTransId="{BE5B73EB-1300-4BFD-B5F0-E292AEC838DC}" sibTransId="{FEDEC7C1-BF2E-465D-BFA9-E18B75A5FF10}"/>
    <dgm:cxn modelId="{4220073A-11D0-44DB-B797-E10C135E5356}" type="presOf" srcId="{5D2912AB-799C-4352-93AA-5418CFD758DF}" destId="{8CE022D2-E943-494D-9235-36EAA67D1DF6}" srcOrd="0" destOrd="0" presId="urn:microsoft.com/office/officeart/2005/8/layout/lProcess2"/>
    <dgm:cxn modelId="{918A8389-3830-4A81-9A71-14030BA45219}" type="presOf" srcId="{8497136F-4ADF-4BB8-AF1B-67D06A271928}" destId="{851023B2-A553-4E57-8992-003FA2A62BA8}" srcOrd="1" destOrd="0" presId="urn:microsoft.com/office/officeart/2005/8/layout/lProcess2"/>
    <dgm:cxn modelId="{CF5110D4-5AF4-4812-85CA-BC898504E305}" type="presOf" srcId="{F437967E-DD66-4FC2-8EA8-FBA01EC4A695}" destId="{F48C5D75-F45C-4273-9341-701F3D2B54B1}" srcOrd="1" destOrd="0" presId="urn:microsoft.com/office/officeart/2005/8/layout/lProcess2"/>
    <dgm:cxn modelId="{B27C3251-2835-4DDE-871E-B2919A8B6212}" type="presOf" srcId="{CC61419F-2A98-46AB-92D5-84D7CB1B88E4}" destId="{9FAE5580-E49F-436B-96A2-ECF876B36F42}" srcOrd="0" destOrd="0" presId="urn:microsoft.com/office/officeart/2005/8/layout/lProcess2"/>
    <dgm:cxn modelId="{89EEF4AE-7EB4-4671-B132-D4093DD5D841}" type="presOf" srcId="{8497136F-4ADF-4BB8-AF1B-67D06A271928}" destId="{1FED6FA3-45CD-40DD-83B0-213739F35473}" srcOrd="0" destOrd="0" presId="urn:microsoft.com/office/officeart/2005/8/layout/lProcess2"/>
    <dgm:cxn modelId="{B6605A51-5F56-4C64-A521-C081F3A4B6E7}" type="presOf" srcId="{1A3CAB73-054B-45F0-BF85-44731A64FDFE}" destId="{F9396A45-20F9-487A-A977-0B4EE237FE94}" srcOrd="0" destOrd="0" presId="urn:microsoft.com/office/officeart/2005/8/layout/lProcess2"/>
    <dgm:cxn modelId="{46B2D14B-0B2B-4F7D-8EA2-B50FFA95C62C}" srcId="{7C941171-AAAB-4104-AB56-4A1E577FE9CA}" destId="{9F84A96F-EDA1-4B99-B8BD-D131A72750F3}" srcOrd="1" destOrd="0" parTransId="{7C7DF175-CF5F-49A7-9D77-6ADBE2E4A1D4}" sibTransId="{09E3E4EF-0923-4F85-B243-4119785A0C39}"/>
    <dgm:cxn modelId="{55C96413-3980-451F-B180-6AD62444C2E9}" srcId="{EC869D12-2956-4F02-A7BC-A01F7018F9AE}" destId="{672A660A-A37E-481B-A06C-A2328B96D62D}" srcOrd="5" destOrd="0" parTransId="{96449A2B-21CD-40A0-A2F8-A833FED0B65F}" sibTransId="{D26DB703-7074-42A5-888B-CFD8EE9AC8F1}"/>
    <dgm:cxn modelId="{E4466077-1977-49D2-B11F-9792725512F8}" type="presOf" srcId="{EC869D12-2956-4F02-A7BC-A01F7018F9AE}" destId="{45B1D594-F4A3-4157-90A9-EB5F12E66A5F}" srcOrd="0" destOrd="0" presId="urn:microsoft.com/office/officeart/2005/8/layout/lProcess2"/>
    <dgm:cxn modelId="{312BF259-32FD-4CA9-92C7-E1E80E7AB5CB}" type="presOf" srcId="{F437967E-DD66-4FC2-8EA8-FBA01EC4A695}" destId="{B46BBFCF-3D4A-4D5E-9669-28C22728FE6C}" srcOrd="0" destOrd="0" presId="urn:microsoft.com/office/officeart/2005/8/layout/lProcess2"/>
    <dgm:cxn modelId="{DA43B69A-4EC9-4AB8-AC24-3DB78DF10F0E}" srcId="{1A3CAB73-054B-45F0-BF85-44731A64FDFE}" destId="{B4DA7A3D-B557-4AB5-ACC4-DABE18506A63}" srcOrd="0" destOrd="0" parTransId="{0C3C1F2B-5D15-46ED-8ACF-8E409DFC5129}" sibTransId="{A9750D70-52D0-4BFC-B36B-0F37B1734C1D}"/>
    <dgm:cxn modelId="{16C479C6-3F55-4A18-9B8F-06FBF0E9518A}" srcId="{EC869D12-2956-4F02-A7BC-A01F7018F9AE}" destId="{7C941171-AAAB-4104-AB56-4A1E577FE9CA}" srcOrd="1" destOrd="0" parTransId="{F1025AC2-E40D-493E-93BD-A4D0C560849E}" sibTransId="{A814DBAF-48E2-467E-BE81-E0C49C8B6DCB}"/>
    <dgm:cxn modelId="{5E31C240-9F72-43AC-A896-715C7D2418D7}" srcId="{1A3CAB73-054B-45F0-BF85-44731A64FDFE}" destId="{58693015-1E18-4CBE-9422-30F1F62BD697}" srcOrd="1" destOrd="0" parTransId="{417DE30F-4A07-47CF-B63A-4645498ABF7E}" sibTransId="{C6F419DC-E05A-489C-B041-208E5F1993DB}"/>
    <dgm:cxn modelId="{483316F1-02BF-4AA3-8109-B560AB3CF620}" type="presOf" srcId="{672A660A-A37E-481B-A06C-A2328B96D62D}" destId="{C132BC3A-6FD7-4CF7-8DF4-8CC311EBF2AA}" srcOrd="1" destOrd="0" presId="urn:microsoft.com/office/officeart/2005/8/layout/lProcess2"/>
    <dgm:cxn modelId="{9E517973-8D6E-4E2C-979F-DE4DBA9CBD16}" srcId="{7C941171-AAAB-4104-AB56-4A1E577FE9CA}" destId="{E35527CD-C4CA-4541-8513-E385657361D4}" srcOrd="0" destOrd="0" parTransId="{10318DEF-0C95-4AD5-87B1-E879AFF8F766}" sibTransId="{A3DEE441-01C6-4D02-9CEB-966B6F2B10C4}"/>
    <dgm:cxn modelId="{E7974B36-184E-458A-BE71-1A1F2F16DDDF}" type="presOf" srcId="{7C941171-AAAB-4104-AB56-4A1E577FE9CA}" destId="{B0EBDA34-4FA7-4D45-9959-29108BDB482C}" srcOrd="0" destOrd="0" presId="urn:microsoft.com/office/officeart/2005/8/layout/lProcess2"/>
    <dgm:cxn modelId="{FE9C0472-AB48-4404-8223-4BC710ECF708}" type="presOf" srcId="{075B5FE8-A98D-4438-AFF9-0C4F2D62FED1}" destId="{58A77510-F870-4B3E-9B2A-DBD75F7C3156}" srcOrd="1" destOrd="0" presId="urn:microsoft.com/office/officeart/2005/8/layout/lProcess2"/>
    <dgm:cxn modelId="{85C4A5FA-8018-44DD-AA8D-6FDFD502176D}" type="presOf" srcId="{672A660A-A37E-481B-A06C-A2328B96D62D}" destId="{FDC6B819-B5C9-4EFE-B167-DF287C4B73C3}" srcOrd="0" destOrd="0" presId="urn:microsoft.com/office/officeart/2005/8/layout/lProcess2"/>
    <dgm:cxn modelId="{7A4BC07A-AAE4-4816-A74E-FBEF31684D40}" type="presOf" srcId="{B4DA7A3D-B557-4AB5-ACC4-DABE18506A63}" destId="{8625306A-97F3-4FC5-B6B8-C6E5C4894A0B}" srcOrd="0" destOrd="0" presId="urn:microsoft.com/office/officeart/2005/8/layout/lProcess2"/>
    <dgm:cxn modelId="{1E2E51E2-B53B-4E27-9267-20AECA39206E}" type="presParOf" srcId="{45B1D594-F4A3-4157-90A9-EB5F12E66A5F}" destId="{5EC2D431-8DCA-4881-951D-2BEB4A327DE1}" srcOrd="0" destOrd="0" presId="urn:microsoft.com/office/officeart/2005/8/layout/lProcess2"/>
    <dgm:cxn modelId="{7FA97E89-99AD-4D03-9838-FF579329A7A6}" type="presParOf" srcId="{5EC2D431-8DCA-4881-951D-2BEB4A327DE1}" destId="{F9396A45-20F9-487A-A977-0B4EE237FE94}" srcOrd="0" destOrd="0" presId="urn:microsoft.com/office/officeart/2005/8/layout/lProcess2"/>
    <dgm:cxn modelId="{E5BF4BBF-3CA9-4864-9698-BC1A49EEC7D3}" type="presParOf" srcId="{5EC2D431-8DCA-4881-951D-2BEB4A327DE1}" destId="{C3540827-9653-47D7-A4FC-710BBFE39EB2}" srcOrd="1" destOrd="0" presId="urn:microsoft.com/office/officeart/2005/8/layout/lProcess2"/>
    <dgm:cxn modelId="{E4360E37-633F-4747-8156-DCCA76F70AF2}" type="presParOf" srcId="{5EC2D431-8DCA-4881-951D-2BEB4A327DE1}" destId="{7B584BF0-E1DA-4F8B-BF9C-2AD3FD4195CD}" srcOrd="2" destOrd="0" presId="urn:microsoft.com/office/officeart/2005/8/layout/lProcess2"/>
    <dgm:cxn modelId="{EC7FC3C6-AE17-4C27-96AA-CAC42A782697}" type="presParOf" srcId="{7B584BF0-E1DA-4F8B-BF9C-2AD3FD4195CD}" destId="{09073075-C10E-4395-904B-DD9158E1DE37}" srcOrd="0" destOrd="0" presId="urn:microsoft.com/office/officeart/2005/8/layout/lProcess2"/>
    <dgm:cxn modelId="{ED48FF14-DD0C-460B-B10A-D9A3D29729AD}" type="presParOf" srcId="{09073075-C10E-4395-904B-DD9158E1DE37}" destId="{8625306A-97F3-4FC5-B6B8-C6E5C4894A0B}" srcOrd="0" destOrd="0" presId="urn:microsoft.com/office/officeart/2005/8/layout/lProcess2"/>
    <dgm:cxn modelId="{90609FD5-C37D-4427-A9CC-B728228F333C}" type="presParOf" srcId="{09073075-C10E-4395-904B-DD9158E1DE37}" destId="{91B086CE-8DBC-47C8-BE8B-4882BBC2AC90}" srcOrd="1" destOrd="0" presId="urn:microsoft.com/office/officeart/2005/8/layout/lProcess2"/>
    <dgm:cxn modelId="{3B7D29B9-F716-4BCC-A5D4-47DAB3C934AA}" type="presParOf" srcId="{09073075-C10E-4395-904B-DD9158E1DE37}" destId="{DB15934F-E45B-4134-8BF2-EF27F3A8096F}" srcOrd="2" destOrd="0" presId="urn:microsoft.com/office/officeart/2005/8/layout/lProcess2"/>
    <dgm:cxn modelId="{5AEAE2CF-BF1F-4C15-81E0-0E224E730AF6}" type="presParOf" srcId="{45B1D594-F4A3-4157-90A9-EB5F12E66A5F}" destId="{11C14362-6CFC-4B46-8671-2185415D3AE4}" srcOrd="1" destOrd="0" presId="urn:microsoft.com/office/officeart/2005/8/layout/lProcess2"/>
    <dgm:cxn modelId="{E67E2108-5A3F-427F-B2B8-15ECF9F1D71E}" type="presParOf" srcId="{45B1D594-F4A3-4157-90A9-EB5F12E66A5F}" destId="{817D570E-55D2-497E-A8E6-DDDDF52F13BB}" srcOrd="2" destOrd="0" presId="urn:microsoft.com/office/officeart/2005/8/layout/lProcess2"/>
    <dgm:cxn modelId="{FB5C633B-93F1-485E-A2B8-9E3E3ED0F716}" type="presParOf" srcId="{817D570E-55D2-497E-A8E6-DDDDF52F13BB}" destId="{B0EBDA34-4FA7-4D45-9959-29108BDB482C}" srcOrd="0" destOrd="0" presId="urn:microsoft.com/office/officeart/2005/8/layout/lProcess2"/>
    <dgm:cxn modelId="{8B5AF167-40CB-41C8-AF75-A2116E82D3EE}" type="presParOf" srcId="{817D570E-55D2-497E-A8E6-DDDDF52F13BB}" destId="{EC3335E7-CA68-4922-8798-9DC03EEFB5C8}" srcOrd="1" destOrd="0" presId="urn:microsoft.com/office/officeart/2005/8/layout/lProcess2"/>
    <dgm:cxn modelId="{A5703CC5-8854-4E23-B86B-2D10A5CA6447}" type="presParOf" srcId="{817D570E-55D2-497E-A8E6-DDDDF52F13BB}" destId="{BA6A4CFD-A7BF-40C2-94EA-863C413E84F6}" srcOrd="2" destOrd="0" presId="urn:microsoft.com/office/officeart/2005/8/layout/lProcess2"/>
    <dgm:cxn modelId="{6F21AF37-F6B0-4450-AACA-1AF1149238C4}" type="presParOf" srcId="{BA6A4CFD-A7BF-40C2-94EA-863C413E84F6}" destId="{AAB8D54D-D8E0-49FC-860D-CB429B3A9FBA}" srcOrd="0" destOrd="0" presId="urn:microsoft.com/office/officeart/2005/8/layout/lProcess2"/>
    <dgm:cxn modelId="{3E8291C8-EC4C-4A7D-A84F-714D706D2F4C}" type="presParOf" srcId="{AAB8D54D-D8E0-49FC-860D-CB429B3A9FBA}" destId="{E1FDCD31-BF84-4A15-9483-9CCB0D1D01D8}" srcOrd="0" destOrd="0" presId="urn:microsoft.com/office/officeart/2005/8/layout/lProcess2"/>
    <dgm:cxn modelId="{F7F6EF2F-CF61-4D13-9C3B-608FC17A30F0}" type="presParOf" srcId="{AAB8D54D-D8E0-49FC-860D-CB429B3A9FBA}" destId="{8A97416C-31C0-49D3-92DC-20EBB3B49618}" srcOrd="1" destOrd="0" presId="urn:microsoft.com/office/officeart/2005/8/layout/lProcess2"/>
    <dgm:cxn modelId="{43B12F6A-2AB7-4AE5-8294-0DF5597560C8}" type="presParOf" srcId="{AAB8D54D-D8E0-49FC-860D-CB429B3A9FBA}" destId="{2A8E48A2-35A5-4292-9DF6-F859B9B2CB8A}" srcOrd="2" destOrd="0" presId="urn:microsoft.com/office/officeart/2005/8/layout/lProcess2"/>
    <dgm:cxn modelId="{A2E8F618-E360-4336-8B60-F80D9AFBD824}" type="presParOf" srcId="{45B1D594-F4A3-4157-90A9-EB5F12E66A5F}" destId="{9BE01660-7627-4E5F-8AF7-CDEAFC764FB6}" srcOrd="3" destOrd="0" presId="urn:microsoft.com/office/officeart/2005/8/layout/lProcess2"/>
    <dgm:cxn modelId="{DA056832-506D-4269-AA26-25E1937A9964}" type="presParOf" srcId="{45B1D594-F4A3-4157-90A9-EB5F12E66A5F}" destId="{B2774717-1768-4D25-B2CC-766D76890B96}" srcOrd="4" destOrd="0" presId="urn:microsoft.com/office/officeart/2005/8/layout/lProcess2"/>
    <dgm:cxn modelId="{945A0B38-F1E5-4F58-87FF-8157D6F88F5D}" type="presParOf" srcId="{B2774717-1768-4D25-B2CC-766D76890B96}" destId="{D92B4C57-621A-4E22-81DA-D63053CFDF17}" srcOrd="0" destOrd="0" presId="urn:microsoft.com/office/officeart/2005/8/layout/lProcess2"/>
    <dgm:cxn modelId="{05B2FDEC-C714-4ED2-8756-9FCBBD3DC8CF}" type="presParOf" srcId="{B2774717-1768-4D25-B2CC-766D76890B96}" destId="{04310A4C-DD74-4F47-9218-7D6B790A766A}" srcOrd="1" destOrd="0" presId="urn:microsoft.com/office/officeart/2005/8/layout/lProcess2"/>
    <dgm:cxn modelId="{191FF012-DB59-4E1D-B21F-35646C1ED490}" type="presParOf" srcId="{B2774717-1768-4D25-B2CC-766D76890B96}" destId="{9CBDB095-2723-46E6-AF73-C3E87FE4775C}" srcOrd="2" destOrd="0" presId="urn:microsoft.com/office/officeart/2005/8/layout/lProcess2"/>
    <dgm:cxn modelId="{1000D6E8-3E47-4C87-B24D-513D09E69BBC}" type="presParOf" srcId="{9CBDB095-2723-46E6-AF73-C3E87FE4775C}" destId="{DE8CD4E5-8742-4996-972A-82ADAF3F742D}" srcOrd="0" destOrd="0" presId="urn:microsoft.com/office/officeart/2005/8/layout/lProcess2"/>
    <dgm:cxn modelId="{622865C0-EA41-47CB-BDBD-E3049F39724F}" type="presParOf" srcId="{DE8CD4E5-8742-4996-972A-82ADAF3F742D}" destId="{DDFCA166-2CFC-4A06-AD94-DA4302256765}" srcOrd="0" destOrd="0" presId="urn:microsoft.com/office/officeart/2005/8/layout/lProcess2"/>
    <dgm:cxn modelId="{257911C5-1AD7-4F84-AEE3-71ADF0420C65}" type="presParOf" srcId="{DE8CD4E5-8742-4996-972A-82ADAF3F742D}" destId="{18B893B7-2031-4707-AEE7-9A014F45A853}" srcOrd="1" destOrd="0" presId="urn:microsoft.com/office/officeart/2005/8/layout/lProcess2"/>
    <dgm:cxn modelId="{7DDC10D8-C215-40D4-9513-C08AF97D30DF}" type="presParOf" srcId="{DE8CD4E5-8742-4996-972A-82ADAF3F742D}" destId="{8CE022D2-E943-494D-9235-36EAA67D1DF6}" srcOrd="2" destOrd="0" presId="urn:microsoft.com/office/officeart/2005/8/layout/lProcess2"/>
    <dgm:cxn modelId="{4EC14002-F882-47DF-BD1E-54023DB04058}" type="presParOf" srcId="{45B1D594-F4A3-4157-90A9-EB5F12E66A5F}" destId="{DEEB20F0-8DA4-46C1-83AD-385D0E17BBF0}" srcOrd="5" destOrd="0" presId="urn:microsoft.com/office/officeart/2005/8/layout/lProcess2"/>
    <dgm:cxn modelId="{2BCF419F-65ED-46C2-9D3F-726E6A1A7873}" type="presParOf" srcId="{45B1D594-F4A3-4157-90A9-EB5F12E66A5F}" destId="{042C7BBC-06AB-49E8-9BD3-A9B8CB3BB524}" srcOrd="6" destOrd="0" presId="urn:microsoft.com/office/officeart/2005/8/layout/lProcess2"/>
    <dgm:cxn modelId="{68A94847-3D42-4B2A-8808-37A7805E1CC5}" type="presParOf" srcId="{042C7BBC-06AB-49E8-9BD3-A9B8CB3BB524}" destId="{B46BBFCF-3D4A-4D5E-9669-28C22728FE6C}" srcOrd="0" destOrd="0" presId="urn:microsoft.com/office/officeart/2005/8/layout/lProcess2"/>
    <dgm:cxn modelId="{BB113EF3-7603-4335-B37F-B770EB2096E2}" type="presParOf" srcId="{042C7BBC-06AB-49E8-9BD3-A9B8CB3BB524}" destId="{F48C5D75-F45C-4273-9341-701F3D2B54B1}" srcOrd="1" destOrd="0" presId="urn:microsoft.com/office/officeart/2005/8/layout/lProcess2"/>
    <dgm:cxn modelId="{533992B6-073D-47B7-833C-114774CD4E65}" type="presParOf" srcId="{042C7BBC-06AB-49E8-9BD3-A9B8CB3BB524}" destId="{5CD40C22-9835-4B8E-85FA-ADB06DC906B5}" srcOrd="2" destOrd="0" presId="urn:microsoft.com/office/officeart/2005/8/layout/lProcess2"/>
    <dgm:cxn modelId="{84544526-4EF3-4447-A03C-199B7A6FA303}" type="presParOf" srcId="{5CD40C22-9835-4B8E-85FA-ADB06DC906B5}" destId="{A285A802-90C1-46DD-A6D4-23869FCF67EA}" srcOrd="0" destOrd="0" presId="urn:microsoft.com/office/officeart/2005/8/layout/lProcess2"/>
    <dgm:cxn modelId="{98EE9009-FF70-4CEA-A914-19CF38DF6FCA}" type="presParOf" srcId="{45B1D594-F4A3-4157-90A9-EB5F12E66A5F}" destId="{720F4FB1-1D2D-4CD2-8DAA-4C5CE0D85873}" srcOrd="7" destOrd="0" presId="urn:microsoft.com/office/officeart/2005/8/layout/lProcess2"/>
    <dgm:cxn modelId="{06577FD1-29F7-489E-AC5B-2808C6AFDDDF}" type="presParOf" srcId="{45B1D594-F4A3-4157-90A9-EB5F12E66A5F}" destId="{E20CE088-0CAC-44DF-A7D1-72B270BF7627}" srcOrd="8" destOrd="0" presId="urn:microsoft.com/office/officeart/2005/8/layout/lProcess2"/>
    <dgm:cxn modelId="{DE3EF6EF-D22F-4B23-A729-A1CB5F30780D}" type="presParOf" srcId="{E20CE088-0CAC-44DF-A7D1-72B270BF7627}" destId="{1FED6FA3-45CD-40DD-83B0-213739F35473}" srcOrd="0" destOrd="0" presId="urn:microsoft.com/office/officeart/2005/8/layout/lProcess2"/>
    <dgm:cxn modelId="{30570840-4050-4FD3-9445-179E4A5BD61E}" type="presParOf" srcId="{E20CE088-0CAC-44DF-A7D1-72B270BF7627}" destId="{851023B2-A553-4E57-8992-003FA2A62BA8}" srcOrd="1" destOrd="0" presId="urn:microsoft.com/office/officeart/2005/8/layout/lProcess2"/>
    <dgm:cxn modelId="{3252163F-EA26-4280-BE3C-4600C2CEFA4B}" type="presParOf" srcId="{E20CE088-0CAC-44DF-A7D1-72B270BF7627}" destId="{CBCF2568-77D7-4B57-B8B0-DD70F50C6FA5}" srcOrd="2" destOrd="0" presId="urn:microsoft.com/office/officeart/2005/8/layout/lProcess2"/>
    <dgm:cxn modelId="{0FE8F90F-3225-4772-A963-45F7E43BE565}" type="presParOf" srcId="{CBCF2568-77D7-4B57-B8B0-DD70F50C6FA5}" destId="{DED6BCB6-1F41-4046-A791-38A38EA198A5}" srcOrd="0" destOrd="0" presId="urn:microsoft.com/office/officeart/2005/8/layout/lProcess2"/>
    <dgm:cxn modelId="{E857CA5D-D3A3-4F74-A294-13B5ED02B402}" type="presParOf" srcId="{45B1D594-F4A3-4157-90A9-EB5F12E66A5F}" destId="{CDEA67C6-3A97-4E69-A8DD-9EB2125E08AA}" srcOrd="9" destOrd="0" presId="urn:microsoft.com/office/officeart/2005/8/layout/lProcess2"/>
    <dgm:cxn modelId="{DBAB2D9B-53DF-4840-818B-1B39CD4129B4}" type="presParOf" srcId="{45B1D594-F4A3-4157-90A9-EB5F12E66A5F}" destId="{2BEEBC75-9E0C-4610-B39F-35A954D04124}" srcOrd="10" destOrd="0" presId="urn:microsoft.com/office/officeart/2005/8/layout/lProcess2"/>
    <dgm:cxn modelId="{E6C5B90B-8FF2-42AC-9E37-46388A5B9483}" type="presParOf" srcId="{2BEEBC75-9E0C-4610-B39F-35A954D04124}" destId="{FDC6B819-B5C9-4EFE-B167-DF287C4B73C3}" srcOrd="0" destOrd="0" presId="urn:microsoft.com/office/officeart/2005/8/layout/lProcess2"/>
    <dgm:cxn modelId="{865C50AA-FC60-4193-8192-652F10E38CE9}" type="presParOf" srcId="{2BEEBC75-9E0C-4610-B39F-35A954D04124}" destId="{C132BC3A-6FD7-4CF7-8DF4-8CC311EBF2AA}" srcOrd="1" destOrd="0" presId="urn:microsoft.com/office/officeart/2005/8/layout/lProcess2"/>
    <dgm:cxn modelId="{8CE96138-5F46-4E31-8AB8-CDF763A3C095}" type="presParOf" srcId="{2BEEBC75-9E0C-4610-B39F-35A954D04124}" destId="{80330F3C-1AA7-4C9D-8180-283DD4617F98}" srcOrd="2" destOrd="0" presId="urn:microsoft.com/office/officeart/2005/8/layout/lProcess2"/>
    <dgm:cxn modelId="{0778717B-B284-4E6A-9C45-64A4937186EE}" type="presParOf" srcId="{80330F3C-1AA7-4C9D-8180-283DD4617F98}" destId="{6BDD5FFD-CD5D-46B9-A436-77F5F3BC6CC7}" srcOrd="0" destOrd="0" presId="urn:microsoft.com/office/officeart/2005/8/layout/lProcess2"/>
    <dgm:cxn modelId="{34BB6E12-E7B0-4FB9-B33E-E50365B1044F}" type="presParOf" srcId="{6BDD5FFD-CD5D-46B9-A436-77F5F3BC6CC7}" destId="{0E1617F1-83CF-4F91-9AB9-53AF2FB2E96B}" srcOrd="0" destOrd="0" presId="urn:microsoft.com/office/officeart/2005/8/layout/lProcess2"/>
    <dgm:cxn modelId="{829E7118-DCAC-4DCD-A571-F48D58AF4F0E}" type="presParOf" srcId="{6BDD5FFD-CD5D-46B9-A436-77F5F3BC6CC7}" destId="{8E670C0A-F4AD-40BC-8673-EDDF5D0B17A7}" srcOrd="1" destOrd="0" presId="urn:microsoft.com/office/officeart/2005/8/layout/lProcess2"/>
    <dgm:cxn modelId="{C25EE7AB-B236-4644-BB86-B52A2EF5BEA7}" type="presParOf" srcId="{6BDD5FFD-CD5D-46B9-A436-77F5F3BC6CC7}" destId="{285F554C-99E9-4DE6-BF82-1F641993B99B}" srcOrd="2" destOrd="0" presId="urn:microsoft.com/office/officeart/2005/8/layout/lProcess2"/>
    <dgm:cxn modelId="{2FEC2A79-D0EA-44C5-9120-BFA59E3E62C0}" type="presParOf" srcId="{45B1D594-F4A3-4157-90A9-EB5F12E66A5F}" destId="{28F8780C-9D34-4897-B50B-1BE2BDE9E18E}" srcOrd="11" destOrd="0" presId="urn:microsoft.com/office/officeart/2005/8/layout/lProcess2"/>
    <dgm:cxn modelId="{07F7D0D8-6D68-463B-809C-CF7D3364E646}" type="presParOf" srcId="{45B1D594-F4A3-4157-90A9-EB5F12E66A5F}" destId="{71AC16B9-1BB4-43A3-836C-957F32DFE194}" srcOrd="12" destOrd="0" presId="urn:microsoft.com/office/officeart/2005/8/layout/lProcess2"/>
    <dgm:cxn modelId="{1C2C3DB0-1073-4534-983E-554FDF43FAC2}" type="presParOf" srcId="{71AC16B9-1BB4-43A3-836C-957F32DFE194}" destId="{9C7EFBEA-170B-4293-81DC-3F579EBBBA10}" srcOrd="0" destOrd="0" presId="urn:microsoft.com/office/officeart/2005/8/layout/lProcess2"/>
    <dgm:cxn modelId="{1E63BA72-9CFD-4CD8-8AFB-FA9854008654}" type="presParOf" srcId="{71AC16B9-1BB4-43A3-836C-957F32DFE194}" destId="{58A77510-F870-4B3E-9B2A-DBD75F7C3156}" srcOrd="1" destOrd="0" presId="urn:microsoft.com/office/officeart/2005/8/layout/lProcess2"/>
    <dgm:cxn modelId="{06E8A8CF-E284-4005-9278-C2350808CC24}" type="presParOf" srcId="{71AC16B9-1BB4-43A3-836C-957F32DFE194}" destId="{9CDB3325-3B58-4667-91BD-2CBD56CF7CEE}" srcOrd="2" destOrd="0" presId="urn:microsoft.com/office/officeart/2005/8/layout/lProcess2"/>
    <dgm:cxn modelId="{A15B83B3-C2E5-47C3-B678-57505606ECD1}" type="presParOf" srcId="{9CDB3325-3B58-4667-91BD-2CBD56CF7CEE}" destId="{6A618974-45C1-4280-8ABE-7F7AF2C5CE8C}" srcOrd="0" destOrd="0" presId="urn:microsoft.com/office/officeart/2005/8/layout/lProcess2"/>
    <dgm:cxn modelId="{5C808227-9058-4A2B-ACC5-C0F8329837D4}" type="presParOf" srcId="{45B1D594-F4A3-4157-90A9-EB5F12E66A5F}" destId="{DA3187A6-9197-4A69-824C-C651AD7EFF29}" srcOrd="13" destOrd="0" presId="urn:microsoft.com/office/officeart/2005/8/layout/lProcess2"/>
    <dgm:cxn modelId="{4025BA01-CD56-4122-BF60-9C43F42795C2}" type="presParOf" srcId="{45B1D594-F4A3-4157-90A9-EB5F12E66A5F}" destId="{9B2ADF72-A429-4DD4-82CB-D4E60ED56DFB}" srcOrd="14" destOrd="0" presId="urn:microsoft.com/office/officeart/2005/8/layout/lProcess2"/>
    <dgm:cxn modelId="{0029C491-5879-48CD-9BE8-091033CFB806}" type="presParOf" srcId="{9B2ADF72-A429-4DD4-82CB-D4E60ED56DFB}" destId="{9FAE5580-E49F-436B-96A2-ECF876B36F42}" srcOrd="0" destOrd="0" presId="urn:microsoft.com/office/officeart/2005/8/layout/lProcess2"/>
    <dgm:cxn modelId="{69475273-A768-470F-A280-0F73360A9D01}" type="presParOf" srcId="{9B2ADF72-A429-4DD4-82CB-D4E60ED56DFB}" destId="{40B916CE-5497-484E-95FD-13CCFCFA0C3F}" srcOrd="1" destOrd="0" presId="urn:microsoft.com/office/officeart/2005/8/layout/lProcess2"/>
    <dgm:cxn modelId="{2A47DD8E-9F4F-450C-8CD1-4633894C446E}" type="presParOf" srcId="{9B2ADF72-A429-4DD4-82CB-D4E60ED56DFB}" destId="{59D393FC-E165-4E1A-B17F-D00E5C0D9E21}" srcOrd="2" destOrd="0" presId="urn:microsoft.com/office/officeart/2005/8/layout/lProcess2"/>
    <dgm:cxn modelId="{D75AF2BA-9337-4094-953F-2999BC7601EF}" type="presParOf" srcId="{59D393FC-E165-4E1A-B17F-D00E5C0D9E21}" destId="{DCF0EB97-3BFE-41ED-9CA7-6419ECF2871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3901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408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873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98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976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92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22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43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977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491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530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5348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7159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1499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924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096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A895C-CC80-425C-B1BB-84D723DBC091}" type="datetimeFigureOut">
              <a:rPr lang="es-MX" smtClean="0"/>
              <a:t>16/03/2017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047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83151" y="979644"/>
            <a:ext cx="8915399" cy="2262781"/>
          </a:xfrm>
        </p:spPr>
        <p:txBody>
          <a:bodyPr/>
          <a:lstStyle/>
          <a:p>
            <a:pPr algn="ctr"/>
            <a:r>
              <a:rPr lang="es-MX" dirty="0"/>
              <a:t>PLANEACION AVANZADA DE LA CALIDAD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83151" y="3988717"/>
            <a:ext cx="8915399" cy="1126283"/>
          </a:xfrm>
        </p:spPr>
        <p:txBody>
          <a:bodyPr>
            <a:normAutofit fontScale="47500" lnSpcReduction="20000"/>
          </a:bodyPr>
          <a:lstStyle/>
          <a:p>
            <a:pPr algn="ctr"/>
            <a:r>
              <a:rPr lang="es-MX" sz="7200" dirty="0"/>
              <a:t>APQP</a:t>
            </a:r>
          </a:p>
          <a:p>
            <a:pPr algn="ctr"/>
            <a:r>
              <a:rPr lang="es-MX" sz="7200" dirty="0"/>
              <a:t>AGITADOR SPIRAL  </a:t>
            </a:r>
            <a:endParaRPr lang="es-MX" dirty="0"/>
          </a:p>
        </p:txBody>
      </p:sp>
      <p:pic>
        <p:nvPicPr>
          <p:cNvPr id="4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061" y="266162"/>
            <a:ext cx="2181103" cy="1244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74215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APQP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 Fase 1 Plan y definición de programa </a:t>
            </a:r>
          </a:p>
          <a:p>
            <a:r>
              <a:rPr lang="es-MX" dirty="0"/>
              <a:t>• Fase 2 Diseño y desarrollo del producto</a:t>
            </a:r>
          </a:p>
          <a:p>
            <a:r>
              <a:rPr lang="es-MX" dirty="0"/>
              <a:t>• Fase 3 Diseño y desarrollo del proceso </a:t>
            </a:r>
          </a:p>
          <a:p>
            <a:r>
              <a:rPr lang="es-MX" dirty="0"/>
              <a:t>• Fase 4 Validación del producto y proceso</a:t>
            </a:r>
          </a:p>
          <a:p>
            <a:r>
              <a:rPr lang="es-MX" dirty="0"/>
              <a:t>• Fase 5 Retroalimentación, evaluación y acciones correctivas </a:t>
            </a:r>
          </a:p>
        </p:txBody>
      </p:sp>
      <p:pic>
        <p:nvPicPr>
          <p:cNvPr id="4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ector recto 5"/>
          <p:cNvCxnSpPr>
            <a:stCxn id="2" idx="1"/>
          </p:cNvCxnSpPr>
          <p:nvPr/>
        </p:nvCxnSpPr>
        <p:spPr>
          <a:xfrm>
            <a:off x="2592925" y="1264555"/>
            <a:ext cx="5237430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8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0394" y="1712444"/>
            <a:ext cx="3885138" cy="4688356"/>
          </a:xfrm>
          <a:prstGeom prst="rect">
            <a:avLst/>
          </a:prstGeom>
        </p:spPr>
      </p:pic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3000779" y="1976058"/>
            <a:ext cx="37348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CARTA DE NOMINACION DEL PRODUCTO (AGITADOR ESPIRAL ) </a:t>
            </a:r>
          </a:p>
          <a:p>
            <a:pPr algn="ctr"/>
            <a:endParaRPr lang="es-MX" dirty="0"/>
          </a:p>
          <a:p>
            <a:endParaRPr lang="es-MX" dirty="0"/>
          </a:p>
        </p:txBody>
      </p:sp>
      <p:sp>
        <p:nvSpPr>
          <p:cNvPr id="9" name="CuadroTexto 8"/>
          <p:cNvSpPr txBox="1"/>
          <p:nvPr/>
        </p:nvSpPr>
        <p:spPr>
          <a:xfrm>
            <a:off x="3387144" y="3902299"/>
            <a:ext cx="2562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CLIENTE 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970468" y="5449620"/>
            <a:ext cx="2562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INFORMACION DEL PRODUCTO </a:t>
            </a:r>
          </a:p>
        </p:txBody>
      </p:sp>
      <p:cxnSp>
        <p:nvCxnSpPr>
          <p:cNvPr id="12" name="Conector recto de flecha 11"/>
          <p:cNvCxnSpPr/>
          <p:nvPr/>
        </p:nvCxnSpPr>
        <p:spPr>
          <a:xfrm flipV="1">
            <a:off x="5125792" y="2678806"/>
            <a:ext cx="2734602" cy="1408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V="1">
            <a:off x="4533363" y="3902299"/>
            <a:ext cx="3090930" cy="1652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01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4622799" y="1507451"/>
            <a:ext cx="29256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/>
              <a:t>DIBUJOS </a:t>
            </a:r>
          </a:p>
          <a:p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462" y="1364578"/>
            <a:ext cx="3730654" cy="3103317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21" y="1573628"/>
            <a:ext cx="3457575" cy="263942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6333" y="3398644"/>
            <a:ext cx="4118582" cy="292260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21" y="1507451"/>
            <a:ext cx="3457575" cy="263942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6333" y="3332467"/>
            <a:ext cx="4118582" cy="292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77800" y="1625601"/>
            <a:ext cx="43734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/>
              <a:t>ESTUDIO DE FACTIBILIDAD </a:t>
            </a:r>
          </a:p>
          <a:p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939" y="1450304"/>
            <a:ext cx="6944577" cy="477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3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77800" y="1625601"/>
            <a:ext cx="43734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/>
              <a:t>ESTUDIO DE FACTIBILIDAD </a:t>
            </a:r>
          </a:p>
          <a:p>
            <a:endParaRPr lang="es-MX" dirty="0"/>
          </a:p>
        </p:txBody>
      </p:sp>
      <p:grpSp>
        <p:nvGrpSpPr>
          <p:cNvPr id="7" name="Grupo 6"/>
          <p:cNvGrpSpPr/>
          <p:nvPr/>
        </p:nvGrpSpPr>
        <p:grpSpPr>
          <a:xfrm>
            <a:off x="4868716" y="1461516"/>
            <a:ext cx="5316684" cy="5396484"/>
            <a:chOff x="4868716" y="1461516"/>
            <a:chExt cx="5316684" cy="5396484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8716" y="1461516"/>
              <a:ext cx="5316684" cy="5396484"/>
            </a:xfrm>
            <a:prstGeom prst="rect">
              <a:avLst/>
            </a:prstGeom>
          </p:spPr>
        </p:pic>
        <p:sp>
          <p:nvSpPr>
            <p:cNvPr id="3" name="CuadroTexto 2"/>
            <p:cNvSpPr txBox="1"/>
            <p:nvPr/>
          </p:nvSpPr>
          <p:spPr>
            <a:xfrm>
              <a:off x="8822029" y="3992449"/>
              <a:ext cx="437882" cy="2318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MX" sz="900" u="sng" dirty="0" smtClean="0">
                  <a:latin typeface="Arial" panose="020B0604020202020204" pitchFamily="34" charset="0"/>
                  <a:cs typeface="Arial" panose="020B0604020202020204" pitchFamily="34" charset="0"/>
                </a:rPr>
                <a:t>3600</a:t>
              </a:r>
              <a:endParaRPr lang="es-MX" sz="900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64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77800" y="1625601"/>
            <a:ext cx="43734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/>
              <a:t>ESTUDIO DE FACTIBILIDAD </a:t>
            </a:r>
          </a:p>
          <a:p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65" y="1343025"/>
            <a:ext cx="5649835" cy="548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4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059" y="624110"/>
            <a:ext cx="9373554" cy="1280890"/>
          </a:xfrm>
        </p:spPr>
        <p:txBody>
          <a:bodyPr>
            <a:normAutofit fontScale="90000"/>
          </a:bodyPr>
          <a:lstStyle/>
          <a:p>
            <a:r>
              <a:rPr lang="es-MX" dirty="0"/>
              <a:t>Fase 1: Plan y definición de </a:t>
            </a:r>
            <a:r>
              <a:rPr lang="es-MX" dirty="0" smtClean="0"/>
              <a:t>programa. AMEF </a:t>
            </a:r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586" y="1290747"/>
            <a:ext cx="9620518" cy="536787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5443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059" y="624110"/>
            <a:ext cx="9373554" cy="1280890"/>
          </a:xfrm>
        </p:spPr>
        <p:txBody>
          <a:bodyPr>
            <a:normAutofit fontScale="90000"/>
          </a:bodyPr>
          <a:lstStyle/>
          <a:p>
            <a:r>
              <a:rPr lang="es-MX" dirty="0"/>
              <a:t>Fase 1: Plan y definición de </a:t>
            </a:r>
            <a:r>
              <a:rPr lang="es-MX" dirty="0" smtClean="0"/>
              <a:t>programa. AMEF </a:t>
            </a:r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059" y="1275008"/>
            <a:ext cx="8642957" cy="557789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84286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3104" y="6400800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328319" y="1416530"/>
            <a:ext cx="314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PLAN DE PLAZOS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354" y="1275008"/>
            <a:ext cx="7813383" cy="546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0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554149"/>
            <a:ext cx="6246275" cy="991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ORGANIGRAMA DE INTEGRANTES  DE PROYECTO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00" y="1275008"/>
            <a:ext cx="5319332" cy="540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1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554149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CONTACTOS PLASTICLNJ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05" y="2774478"/>
            <a:ext cx="12006495" cy="392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554149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CONTACTOS PROVEEDOR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581" y="2034543"/>
            <a:ext cx="10120379" cy="455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8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554149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CONTACTOS CLIENTE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50" y="2060200"/>
            <a:ext cx="10204133" cy="475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4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554149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PLAN DE PRUEBAS PROTOTIPO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704" y="2584082"/>
            <a:ext cx="9283828" cy="362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8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270811"/>
            <a:ext cx="891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PROPUESTA CONCEPTO </a:t>
            </a:r>
            <a:r>
              <a:rPr lang="es-MX" sz="2800" dirty="0" smtClean="0"/>
              <a:t>LOGÍSTICO. MP. </a:t>
            </a:r>
            <a:endParaRPr lang="es-MX" sz="2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t="23907" r="5494" b="9539"/>
          <a:stretch/>
        </p:blipFill>
        <p:spPr>
          <a:xfrm>
            <a:off x="784520" y="1795073"/>
            <a:ext cx="11056174" cy="456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52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296569"/>
            <a:ext cx="9317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PROPUESTA CONCEPTO </a:t>
            </a:r>
            <a:r>
              <a:rPr lang="es-MX" sz="2800" dirty="0" smtClean="0"/>
              <a:t>LOGÍSTICO. ALMACÈN </a:t>
            </a:r>
            <a:endParaRPr lang="es-MX" sz="2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3533" t="3909" r="5823" b="13230"/>
          <a:stretch/>
        </p:blipFill>
        <p:spPr>
          <a:xfrm>
            <a:off x="2592925" y="1841350"/>
            <a:ext cx="7933385" cy="478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94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554149"/>
            <a:ext cx="8879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PROPUESTA CONCEPTO </a:t>
            </a:r>
            <a:r>
              <a:rPr lang="es-MX" sz="2800" dirty="0" smtClean="0"/>
              <a:t>LOGÍSTICO. PT. </a:t>
            </a:r>
            <a:endParaRPr lang="es-MX" sz="28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86" y="2184140"/>
            <a:ext cx="10452126" cy="453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6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429783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SECUENCIA DE OPERACIONES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t="7469"/>
          <a:stretch/>
        </p:blipFill>
        <p:spPr>
          <a:xfrm>
            <a:off x="1584102" y="1880422"/>
            <a:ext cx="9117885" cy="493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0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35496" y="1429783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MATERIALES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t="23768"/>
          <a:stretch/>
        </p:blipFill>
        <p:spPr>
          <a:xfrm>
            <a:off x="905337" y="2403778"/>
            <a:ext cx="10840195" cy="347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71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320" y="155841"/>
            <a:ext cx="4945421" cy="64680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248" y="155841"/>
            <a:ext cx="4813438" cy="646805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92086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802493" y="1643390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IMDS </a:t>
            </a:r>
          </a:p>
        </p:txBody>
      </p:sp>
      <p:pic>
        <p:nvPicPr>
          <p:cNvPr id="7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2352005" y="1481407"/>
            <a:ext cx="9281977" cy="2600960"/>
          </a:xfrm>
          <a:prstGeom prst="rect">
            <a:avLst/>
          </a:prstGeom>
        </p:spPr>
      </p:pic>
      <p:pic>
        <p:nvPicPr>
          <p:cNvPr id="9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562708" y="4275222"/>
            <a:ext cx="11629292" cy="188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5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174392" y="1438399"/>
            <a:ext cx="62462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PROPUESTA DE CARACTERISTICAS CRITICAS  Y PLANEACION DE SU CONTROL </a:t>
            </a:r>
          </a:p>
        </p:txBody>
      </p:sp>
      <p:pic>
        <p:nvPicPr>
          <p:cNvPr id="7" name="Imagen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6329" y="2379350"/>
            <a:ext cx="7668675" cy="442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70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174392" y="1438399"/>
            <a:ext cx="6246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ACUERDO DE CARACTERISTICAS HOMOLOGADAS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2392506"/>
            <a:ext cx="3889017" cy="350757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355" y="1438399"/>
            <a:ext cx="431482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28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1: Plan y definición de programa </a:t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1174392" y="1438399"/>
            <a:ext cx="6246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PLAN DE PRUEBAS DE LIBERACION Y SEGUIMIENTO DE SERIE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159" y="2719289"/>
            <a:ext cx="9017208" cy="272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253803" y="1622115"/>
            <a:ext cx="9672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DISEÑO DE MANUFACTURA Y ENSAMBLE</a:t>
            </a:r>
            <a:r>
              <a:rPr lang="es-MX" dirty="0" smtClean="0"/>
              <a:t>. </a:t>
            </a:r>
          </a:p>
          <a:p>
            <a:endParaRPr lang="es-MX" dirty="0"/>
          </a:p>
          <a:p>
            <a:r>
              <a:rPr lang="es-MX" dirty="0" smtClean="0"/>
              <a:t>REVISIÒN ORIGINAL DE DISEÑO.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38013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253803" y="1622115"/>
            <a:ext cx="9672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AMEF. </a:t>
            </a:r>
          </a:p>
          <a:p>
            <a:endParaRPr lang="es-MX" dirty="0"/>
          </a:p>
          <a:p>
            <a:r>
              <a:rPr lang="es-MX" dirty="0" smtClean="0"/>
              <a:t>EL AMEF SE CORRIGE. QUEDA ESPECIFICADO EN LA FASE 2.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3863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253803" y="1622115"/>
            <a:ext cx="342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VERIFICACIÓN DEL DISEÑO 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2690191" y="2173357"/>
            <a:ext cx="7898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 verifica que el diseño del producto cumple con los requerimientos del cliente.</a:t>
            </a:r>
          </a:p>
        </p:txBody>
      </p:sp>
      <p:pic>
        <p:nvPicPr>
          <p:cNvPr id="8" name="Imagen 7"/>
          <p:cNvPicPr/>
          <p:nvPr/>
        </p:nvPicPr>
        <p:blipFill>
          <a:blip r:embed="rId3"/>
          <a:stretch>
            <a:fillRect/>
          </a:stretch>
        </p:blipFill>
        <p:spPr>
          <a:xfrm>
            <a:off x="1545465" y="2903005"/>
            <a:ext cx="5004113" cy="3911887"/>
          </a:xfrm>
          <a:prstGeom prst="rect">
            <a:avLst/>
          </a:prstGeom>
        </p:spPr>
      </p:pic>
      <p:pic>
        <p:nvPicPr>
          <p:cNvPr id="10" name="Imagen 9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841514" y="2819688"/>
            <a:ext cx="4663098" cy="39952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9841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253803" y="1622115"/>
            <a:ext cx="3425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REVISIONES AL DISEÑO </a:t>
            </a:r>
          </a:p>
          <a:p>
            <a:r>
              <a:rPr lang="es-MX" dirty="0"/>
              <a:t> </a:t>
            </a: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3033771707"/>
              </p:ext>
            </p:extLst>
          </p:nvPr>
        </p:nvGraphicFramePr>
        <p:xfrm>
          <a:off x="344557" y="2235074"/>
          <a:ext cx="11754677" cy="4122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9424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35496" y="1281277"/>
            <a:ext cx="3425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PLAN DE CONTROL </a:t>
            </a:r>
          </a:p>
          <a:p>
            <a:r>
              <a:rPr lang="es-MX" dirty="0"/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208" y="1370844"/>
            <a:ext cx="5383370" cy="547427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89012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905537" y="1356325"/>
            <a:ext cx="55255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DIBUJOS DE INGENIERIA  </a:t>
            </a:r>
            <a:endParaRPr lang="es-MX" dirty="0" smtClean="0"/>
          </a:p>
          <a:p>
            <a:endParaRPr lang="es-MX" dirty="0"/>
          </a:p>
          <a:p>
            <a:r>
              <a:rPr lang="es-MX" dirty="0" smtClean="0"/>
              <a:t>MISMOS QUE LA FASE 1. NO HUBO CAMBIOS. </a:t>
            </a:r>
            <a:endParaRPr lang="es-MX" dirty="0"/>
          </a:p>
          <a:p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8336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996225" y="1581834"/>
            <a:ext cx="6838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ESPECIFICACIONES </a:t>
            </a:r>
            <a:r>
              <a:rPr lang="es-MX" dirty="0"/>
              <a:t>DE INGENIERIA  </a:t>
            </a:r>
            <a:endParaRPr lang="es-MX" dirty="0" smtClean="0"/>
          </a:p>
          <a:p>
            <a:endParaRPr lang="es-MX" dirty="0"/>
          </a:p>
          <a:p>
            <a:r>
              <a:rPr lang="es-MX" dirty="0"/>
              <a:t>MISMOS QUE LA FASE 1. NO HUBO CAMBIOS.</a:t>
            </a:r>
          </a:p>
          <a:p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6279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996225" y="1581834"/>
            <a:ext cx="6014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ESPECIFICACIONES </a:t>
            </a:r>
            <a:r>
              <a:rPr lang="es-MX" dirty="0"/>
              <a:t>DE LOS </a:t>
            </a:r>
            <a:r>
              <a:rPr lang="es-MX" dirty="0" smtClean="0"/>
              <a:t>MATERIALES.</a:t>
            </a:r>
          </a:p>
          <a:p>
            <a:endParaRPr lang="es-MX" dirty="0"/>
          </a:p>
          <a:p>
            <a:r>
              <a:rPr lang="es-MX" dirty="0"/>
              <a:t>MISMOS QUE LA FASE 1. NO HUBO CAMBIOS. </a:t>
            </a:r>
          </a:p>
        </p:txBody>
      </p:sp>
    </p:spTree>
    <p:extLst>
      <p:ext uri="{BB962C8B-B14F-4D97-AF65-F5344CB8AC3E}">
        <p14:creationId xmlns:p14="http://schemas.microsoft.com/office/powerpoint/2010/main" val="2044664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764405" y="1405338"/>
            <a:ext cx="7933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CAMBIOS EN LOS DIBUJOS Y EN LAS </a:t>
            </a:r>
            <a:r>
              <a:rPr lang="es-MX" dirty="0" smtClean="0"/>
              <a:t>ESPECIFICACIONES.</a:t>
            </a:r>
          </a:p>
          <a:p>
            <a:endParaRPr lang="es-MX" dirty="0"/>
          </a:p>
          <a:p>
            <a:r>
              <a:rPr lang="es-MX" dirty="0"/>
              <a:t>MISMOS QUE LA FASE 1. NO HUBO CAMBIOS.</a:t>
            </a:r>
          </a:p>
        </p:txBody>
      </p:sp>
    </p:spTree>
    <p:extLst>
      <p:ext uri="{BB962C8B-B14F-4D97-AF65-F5344CB8AC3E}">
        <p14:creationId xmlns:p14="http://schemas.microsoft.com/office/powerpoint/2010/main" val="3872539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528035" y="1321617"/>
            <a:ext cx="4893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REQUERIMIENTOS DE NUEVO EQUIPO Y HERRAMIENTA </a:t>
            </a:r>
          </a:p>
        </p:txBody>
      </p:sp>
      <p:pic>
        <p:nvPicPr>
          <p:cNvPr id="7" name="Picture 8"/>
          <p:cNvPicPr/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348" y="1683026"/>
            <a:ext cx="6149009" cy="4916557"/>
          </a:xfrm>
          <a:prstGeom prst="rect">
            <a:avLst/>
          </a:prstGeom>
        </p:spPr>
      </p:pic>
      <p:pic>
        <p:nvPicPr>
          <p:cNvPr id="8" name="Picture 12"/>
          <p:cNvPicPr/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76" r="4735"/>
          <a:stretch/>
        </p:blipFill>
        <p:spPr>
          <a:xfrm>
            <a:off x="202248" y="2425148"/>
            <a:ext cx="4966100" cy="393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9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2 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996225" y="1581834"/>
            <a:ext cx="5267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CARACTERISTICAS ESPECIALES DEL PRODUCTO Y DEL </a:t>
            </a:r>
            <a:r>
              <a:rPr lang="es-MX" dirty="0" smtClean="0"/>
              <a:t>PROCESO.</a:t>
            </a:r>
          </a:p>
          <a:p>
            <a:endParaRPr lang="es-MX" dirty="0"/>
          </a:p>
          <a:p>
            <a:r>
              <a:rPr lang="es-MX" dirty="0"/>
              <a:t>MISMOS QUE LA FASE 1. NO HUBO CAMBIOS.</a:t>
            </a:r>
          </a:p>
        </p:txBody>
      </p:sp>
    </p:spTree>
    <p:extLst>
      <p:ext uri="{BB962C8B-B14F-4D97-AF65-F5344CB8AC3E}">
        <p14:creationId xmlns:p14="http://schemas.microsoft.com/office/powerpoint/2010/main" val="274725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ESTANDARES Y ESPECIFICACIONES DE EMPAQUE. </a:t>
            </a:r>
          </a:p>
        </p:txBody>
      </p:sp>
      <p:sp>
        <p:nvSpPr>
          <p:cNvPr id="3" name="Rectángulo 2"/>
          <p:cNvSpPr/>
          <p:nvPr/>
        </p:nvSpPr>
        <p:spPr>
          <a:xfrm>
            <a:off x="897227" y="1950217"/>
            <a:ext cx="7980587" cy="4161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 cajas regulares, también conocidas como cajas americanas, FEFCO 0201  RSC (Regular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Slotted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Containers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son las más utilizadas para el transporte de mercancías. Las cajas americanas ofrecen una protección excelente y  resistencia a la estiba, se garantiza las exigencias de la cadena logística.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Estas cajas son de corrugado medio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semiquímico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elaborado con 80% de fibra corta y 20% de fibra larga, ofreciendo alto rendimiento y comportamiento excelente.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 técnicas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corrugado medio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semiquímico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gramaje de 115 g/m²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Puede utilizarse de forma segura en diversos tipos de empaque para alimentos. Para obtener una certificación, póngase en contacto con nosotros.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Todas las bobinas suministradas cuentan con la certificación FSC Cadena de Custodia.</a:t>
            </a:r>
            <a:endParaRPr lang="es-MX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1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REVISIÒN DEL SISTEMA DE CALIDAD DEL PRODUCTO/PROCESO</a:t>
            </a:r>
          </a:p>
          <a:p>
            <a:endParaRPr lang="es-MX" dirty="0"/>
          </a:p>
          <a:p>
            <a:r>
              <a:rPr lang="es-MX" dirty="0" smtClean="0"/>
              <a:t>MISMO QUE LA FASE 1. NO HUBO CAMBIOS.</a:t>
            </a:r>
            <a:endParaRPr lang="es-MX" dirty="0"/>
          </a:p>
          <a:p>
            <a:r>
              <a:rPr lang="es-MX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8449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FLUJOGRAMA.</a:t>
            </a:r>
          </a:p>
          <a:p>
            <a:endParaRPr lang="es-MX" dirty="0"/>
          </a:p>
          <a:p>
            <a:r>
              <a:rPr lang="es-MX" dirty="0" smtClean="0"/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502" y="1264555"/>
            <a:ext cx="5935545" cy="54000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9404834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LAY OUT DE PISO</a:t>
            </a:r>
          </a:p>
          <a:p>
            <a:endParaRPr lang="es-MX" dirty="0"/>
          </a:p>
          <a:p>
            <a:r>
              <a:rPr lang="es-MX" dirty="0" smtClean="0"/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20272" t="20550" r="17962" b="27818"/>
          <a:stretch/>
        </p:blipFill>
        <p:spPr>
          <a:xfrm>
            <a:off x="1557956" y="1781890"/>
            <a:ext cx="10036809" cy="471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401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MATRIZ DE CARACTERISTICAS</a:t>
            </a:r>
          </a:p>
          <a:p>
            <a:endParaRPr lang="es-MX" dirty="0"/>
          </a:p>
          <a:p>
            <a:r>
              <a:rPr lang="es-MX" dirty="0" smtClean="0"/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94" y="1653721"/>
            <a:ext cx="5985462" cy="501753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073895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AMEF DE PROCESO</a:t>
            </a:r>
          </a:p>
          <a:p>
            <a:endParaRPr lang="es-MX" dirty="0"/>
          </a:p>
          <a:p>
            <a:r>
              <a:rPr lang="es-MX" dirty="0" smtClean="0"/>
              <a:t>MISMO DE FASE 2. NO HUBO CAMBIOS. </a:t>
            </a:r>
          </a:p>
        </p:txBody>
      </p:sp>
    </p:spTree>
    <p:extLst>
      <p:ext uri="{BB962C8B-B14F-4D97-AF65-F5344CB8AC3E}">
        <p14:creationId xmlns:p14="http://schemas.microsoft.com/office/powerpoint/2010/main" val="4054057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PLAN DE CONTROL DE PRUEBA PILOTO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203" y="1689558"/>
            <a:ext cx="8565242" cy="503184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095694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INSTRUCCIÓN DE TRABAJO</a:t>
            </a:r>
          </a:p>
        </p:txBody>
      </p:sp>
    </p:spTree>
    <p:extLst>
      <p:ext uri="{BB962C8B-B14F-4D97-AF65-F5344CB8AC3E}">
        <p14:creationId xmlns:p14="http://schemas.microsoft.com/office/powerpoint/2010/main" val="372785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PLAN DE ANALISIS DE LOS SISTEMAS DE MEDICIÒN</a:t>
            </a:r>
            <a:endParaRPr lang="es-MX" dirty="0"/>
          </a:p>
          <a:p>
            <a:r>
              <a:rPr lang="es-MX" dirty="0" smtClean="0"/>
              <a:t> </a:t>
            </a:r>
          </a:p>
        </p:txBody>
      </p:sp>
      <p:sp>
        <p:nvSpPr>
          <p:cNvPr id="8" name="Marcador de texto 2"/>
          <p:cNvSpPr txBox="1">
            <a:spLocks/>
          </p:cNvSpPr>
          <p:nvPr/>
        </p:nvSpPr>
        <p:spPr>
          <a:xfrm>
            <a:off x="2269672" y="1972703"/>
            <a:ext cx="3992732" cy="57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 smtClean="0"/>
              <a:t>INSTRUMENTOS </a:t>
            </a:r>
            <a:endParaRPr lang="es-MX" dirty="0"/>
          </a:p>
        </p:txBody>
      </p:sp>
      <p:sp>
        <p:nvSpPr>
          <p:cNvPr id="10" name="Marcador de contenido 3"/>
          <p:cNvSpPr>
            <a:spLocks noGrp="1"/>
          </p:cNvSpPr>
          <p:nvPr>
            <p:ph sz="half" idx="4294967295"/>
          </p:nvPr>
        </p:nvSpPr>
        <p:spPr>
          <a:xfrm>
            <a:off x="1919511" y="2548966"/>
            <a:ext cx="4342893" cy="3354060"/>
          </a:xfrm>
          <a:prstGeom prst="rect">
            <a:avLst/>
          </a:prstGeom>
        </p:spPr>
        <p:txBody>
          <a:bodyPr/>
          <a:lstStyle/>
          <a:p>
            <a:r>
              <a:rPr lang="es-ES" b="1" dirty="0" smtClean="0"/>
              <a:t>1.-CALIBRADOR DE ALTURAS </a:t>
            </a:r>
          </a:p>
          <a:p>
            <a:r>
              <a:rPr lang="es-ES" b="1" dirty="0" smtClean="0"/>
              <a:t>2.- VERNIER DE </a:t>
            </a:r>
          </a:p>
          <a:p>
            <a:r>
              <a:rPr lang="es-ES" b="1" dirty="0" smtClean="0"/>
              <a:t>3.- GAGE GO/NO GO</a:t>
            </a:r>
          </a:p>
          <a:p>
            <a:r>
              <a:rPr lang="es-ES" b="1" dirty="0" smtClean="0"/>
              <a:t>4.- BASCULA DIGITAL</a:t>
            </a:r>
            <a:endParaRPr lang="es-MX" dirty="0"/>
          </a:p>
        </p:txBody>
      </p:sp>
      <p:sp>
        <p:nvSpPr>
          <p:cNvPr id="11" name="Marcador de texto 4"/>
          <p:cNvSpPr txBox="1">
            <a:spLocks/>
          </p:cNvSpPr>
          <p:nvPr/>
        </p:nvSpPr>
        <p:spPr>
          <a:xfrm>
            <a:off x="6836928" y="1969475"/>
            <a:ext cx="3999001" cy="57626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 smtClean="0"/>
              <a:t>TIEMPO DE CALIBRACION </a:t>
            </a:r>
            <a:endParaRPr lang="es-MX" dirty="0"/>
          </a:p>
        </p:txBody>
      </p:sp>
      <p:sp>
        <p:nvSpPr>
          <p:cNvPr id="12" name="Marcador de contenido 5"/>
          <p:cNvSpPr>
            <a:spLocks noGrp="1"/>
          </p:cNvSpPr>
          <p:nvPr>
            <p:ph sz="quarter" idx="4294967295"/>
          </p:nvPr>
        </p:nvSpPr>
        <p:spPr>
          <a:xfrm>
            <a:off x="6497256" y="2545738"/>
            <a:ext cx="4338674" cy="3354060"/>
          </a:xfrm>
          <a:prstGeom prst="rect">
            <a:avLst/>
          </a:prstGeom>
        </p:spPr>
        <p:txBody>
          <a:bodyPr/>
          <a:lstStyle/>
          <a:p>
            <a:r>
              <a:rPr lang="es-ES" b="1" dirty="0" smtClean="0"/>
              <a:t>1 VEZ CADA 6 MESES </a:t>
            </a:r>
          </a:p>
          <a:p>
            <a:r>
              <a:rPr lang="es-ES" b="1" dirty="0" smtClean="0"/>
              <a:t>1 VEZ CADA 6 MESES </a:t>
            </a:r>
          </a:p>
          <a:p>
            <a:r>
              <a:rPr lang="es-ES" b="1" dirty="0" smtClean="0"/>
              <a:t>1 VEZ AL MES </a:t>
            </a:r>
          </a:p>
          <a:p>
            <a:r>
              <a:rPr lang="es-ES" b="1" dirty="0" smtClean="0"/>
              <a:t>1 VEZ AL AÑO </a:t>
            </a:r>
            <a:endParaRPr lang="es-MX" dirty="0" smtClean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5239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PLAN DE ESTUDIO PRELIMINAR DE LA CAPACIDAD DE PROCESO</a:t>
            </a:r>
            <a:endParaRPr lang="es-MX" dirty="0"/>
          </a:p>
          <a:p>
            <a:r>
              <a:rPr lang="es-MX" dirty="0" smtClean="0"/>
              <a:t> </a:t>
            </a:r>
          </a:p>
        </p:txBody>
      </p:sp>
      <p:sp>
        <p:nvSpPr>
          <p:cNvPr id="7" name="Marcador de contenido 2"/>
          <p:cNvSpPr>
            <a:spLocks noGrp="1"/>
          </p:cNvSpPr>
          <p:nvPr>
            <p:ph idx="1"/>
          </p:nvPr>
        </p:nvSpPr>
        <p:spPr>
          <a:xfrm>
            <a:off x="4057918" y="2121840"/>
            <a:ext cx="3720921" cy="1741822"/>
          </a:xfrm>
        </p:spPr>
        <p:txBody>
          <a:bodyPr/>
          <a:lstStyle/>
          <a:p>
            <a:r>
              <a:rPr lang="es-MX" dirty="0" smtClean="0"/>
              <a:t>INYECCIÓN-------160 PZ </a:t>
            </a:r>
          </a:p>
          <a:p>
            <a:r>
              <a:rPr lang="es-MX" dirty="0" smtClean="0"/>
              <a:t>INSPECCIÓN----- 250 PZ </a:t>
            </a:r>
          </a:p>
          <a:p>
            <a:r>
              <a:rPr lang="es-MX" dirty="0" smtClean="0"/>
              <a:t>REBABEBO------- 200 PZ </a:t>
            </a:r>
          </a:p>
          <a:p>
            <a:r>
              <a:rPr lang="es-MX" dirty="0" smtClean="0"/>
              <a:t>EMPAQUE------- 190 PZ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1767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PLAN DE PRUEBAS</a:t>
            </a:r>
          </a:p>
          <a:p>
            <a:endParaRPr lang="es-MX" dirty="0"/>
          </a:p>
          <a:p>
            <a:r>
              <a:rPr lang="es-MX" dirty="0" smtClean="0"/>
              <a:t>MISMO QUE LA FASE 1. NO HUBO CAMBIOS. </a:t>
            </a:r>
            <a:endParaRPr lang="es-MX" dirty="0"/>
          </a:p>
          <a:p>
            <a:r>
              <a:rPr lang="es-MX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472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8220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Fase </a:t>
            </a:r>
            <a:r>
              <a:rPr lang="es-MX" sz="3200" dirty="0" smtClean="0"/>
              <a:t>3 </a:t>
            </a:r>
            <a:r>
              <a:rPr lang="es-MX" sz="3200" dirty="0"/>
              <a:t>: Diseño y desarrollo del producto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592925" y="1320225"/>
            <a:ext cx="8435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PLAN DE CAPACITACIÒN</a:t>
            </a:r>
          </a:p>
          <a:p>
            <a:endParaRPr lang="es-MX" dirty="0"/>
          </a:p>
          <a:p>
            <a:r>
              <a:rPr lang="es-MX" dirty="0" smtClean="0"/>
              <a:t> 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687509"/>
              </p:ext>
            </p:extLst>
          </p:nvPr>
        </p:nvGraphicFramePr>
        <p:xfrm>
          <a:off x="2472742" y="1950216"/>
          <a:ext cx="8340702" cy="45008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3309"/>
                <a:gridCol w="478772"/>
                <a:gridCol w="357818"/>
                <a:gridCol w="478772"/>
                <a:gridCol w="356979"/>
                <a:gridCol w="478772"/>
                <a:gridCol w="478772"/>
                <a:gridCol w="595524"/>
                <a:gridCol w="713957"/>
                <a:gridCol w="714797"/>
                <a:gridCol w="833230"/>
              </a:tblGrid>
              <a:tr h="52503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500">
                          <a:effectLst/>
                        </a:rPr>
                        <a:t>TEMAS                         DIAS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1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2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3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4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5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6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7-20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21-30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31-45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300">
                          <a:effectLst/>
                        </a:rPr>
                        <a:t>46-60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232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Temas generales de la compañía historia de la compañía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232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Sistema de gestión de calidad seguridad y medio ambiente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58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Reglamente interior e trabajo.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0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sistema y medidas de seguridad.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0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Instrumentos de medición y documentos de trabajo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94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Procesos operativos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0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procedimientos específicos e instrucciones de trabajo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0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Ajustes, puesta a punto y validaciones.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238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Cambios de modelo.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6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certificación de operador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>
                          <a:effectLst/>
                        </a:rPr>
                        <a:t> </a:t>
                      </a:r>
                      <a:endParaRPr lang="es-MX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806065" algn="ctr"/>
                          <a:tab pos="3829050" algn="l"/>
                        </a:tabLst>
                      </a:pPr>
                      <a:r>
                        <a:rPr lang="es-MX" sz="1100" dirty="0">
                          <a:effectLst/>
                        </a:rPr>
                        <a:t> </a:t>
                      </a:r>
                      <a:endParaRPr lang="es-MX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70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517</TotalTime>
  <Words>1015</Words>
  <Application>Microsoft Office PowerPoint</Application>
  <PresentationFormat>Panorámica</PresentationFormat>
  <Paragraphs>317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4" baseType="lpstr">
      <vt:lpstr>Arial</vt:lpstr>
      <vt:lpstr>Calibri</vt:lpstr>
      <vt:lpstr>Century Gothic</vt:lpstr>
      <vt:lpstr>Times New Roman</vt:lpstr>
      <vt:lpstr>Wingdings 3</vt:lpstr>
      <vt:lpstr>Espiral</vt:lpstr>
      <vt:lpstr>PLANEACION AVANZADA DE LA CALIDAD </vt:lpstr>
      <vt:lpstr>APQP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programa. AMEF  </vt:lpstr>
      <vt:lpstr>Fase 1: Plan y definición de programa. AMEF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Presentación de PowerPoint</vt:lpstr>
      <vt:lpstr>Fase 1: Plan y definición de programa  </vt:lpstr>
      <vt:lpstr>Fase 1: Plan y definición de programa  </vt:lpstr>
      <vt:lpstr>Fase 1: Plan y definición de programa  </vt:lpstr>
      <vt:lpstr>Fase 1: Plan y definición de programa 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PLANEACION AVANZADA DE LA CALIDAD</dc:title>
  <dc:creator>ALBERTO SCH</dc:creator>
  <cp:lastModifiedBy>odm168</cp:lastModifiedBy>
  <cp:revision>36</cp:revision>
  <dcterms:created xsi:type="dcterms:W3CDTF">2017-02-24T19:59:04Z</dcterms:created>
  <dcterms:modified xsi:type="dcterms:W3CDTF">2017-03-17T02:51:14Z</dcterms:modified>
</cp:coreProperties>
</file>