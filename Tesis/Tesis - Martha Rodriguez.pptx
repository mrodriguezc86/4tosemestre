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2" r:id="rId1"/>
  </p:sldMasterIdLst>
  <p:notesMasterIdLst>
    <p:notesMasterId r:id="rId13"/>
  </p:notesMasterIdLst>
  <p:sldIdLst>
    <p:sldId id="744" r:id="rId2"/>
    <p:sldId id="870" r:id="rId3"/>
    <p:sldId id="868" r:id="rId4"/>
    <p:sldId id="869" r:id="rId5"/>
    <p:sldId id="871" r:id="rId6"/>
    <p:sldId id="872" r:id="rId7"/>
    <p:sldId id="873" r:id="rId8"/>
    <p:sldId id="874" r:id="rId9"/>
    <p:sldId id="875" r:id="rId10"/>
    <p:sldId id="876" r:id="rId11"/>
    <p:sldId id="877" r:id="rId12"/>
  </p:sldIdLst>
  <p:sldSz cx="12192000" cy="6858000"/>
  <p:notesSz cx="7053263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9822" autoAdjust="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A35DD-BB60-4A7C-95AE-9B1BF214BF80}" type="datetimeFigureOut">
              <a:rPr lang="es-MX" smtClean="0"/>
              <a:t>04/03/2017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4850" y="4479925"/>
            <a:ext cx="5643563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28E4A-D73A-4412-8DEC-5A0E52DE66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49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7DB53-9049-4435-8427-8569EEC05A37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38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3381-7C26-42EF-9605-2F76612CBE76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92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53FA-42E7-4912-AD86-50753164A0A8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53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708B-9AF8-45B1-BCF9-9EA80A313A06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72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1D3-2EF6-4A40-9DF1-ACA300265288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8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5CA6-84EE-4973-8DCD-0D2D343147C2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87CB-2E57-4777-8053-DF1F9DD55BFC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A2C5ADD-FF69-48F7-80F2-0F9ABA2E62B6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4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1-DEB2-43FA-B94F-0875E6632D03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77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D4828-2529-4838-80E3-45A3E7846EDC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75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22AB-DB47-4303-8C67-CD98433B55F2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9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69E647-7E9F-4F50-A25F-A7F869E254F0}" type="datetime1">
              <a:rPr lang="en-US" smtClean="0"/>
              <a:t>3/4/2017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32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orbes.com.mx/estos-son-los-ganadores-y-los-perdedores-del-boom-automotriz/" TargetMode="External"/><Relationship Id="rId2" Type="http://schemas.openxmlformats.org/officeDocument/2006/relationships/hyperlink" Target="http://espanol.doingbusiness.org/data/exploreeconomies/mexic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nacionmulticultural.unam.mx/empresasindigenas/docs/1810.pdf" TargetMode="External"/><Relationship Id="rId5" Type="http://schemas.openxmlformats.org/officeDocument/2006/relationships/hyperlink" Target="http://www.dof.gob.mx/nota_detalle.php?codigo=5096849&amp;fecha=30/06/2009" TargetMode="External"/><Relationship Id="rId4" Type="http://schemas.openxmlformats.org/officeDocument/2006/relationships/hyperlink" Target="http://www.evaluandoerp.com/las-pymes-y-su-relacion-con-las-tic-tecnologias-de-informacion-y-comunicaciones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03142" y="914400"/>
            <a:ext cx="10058400" cy="5943600"/>
          </a:xfrm>
        </p:spPr>
        <p:txBody>
          <a:bodyPr>
            <a:noAutofit/>
          </a:bodyPr>
          <a:lstStyle/>
          <a:p>
            <a:pPr algn="ctr"/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UNIVERSIDAD </a:t>
            </a:r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Tecnológica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DEL CENTRO DE </a:t>
            </a:r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México</a:t>
            </a: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 CAMPUS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CELAYA</a:t>
            </a:r>
          </a:p>
          <a:p>
            <a:pPr algn="ctr"/>
            <a:endParaRPr lang="es-ES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DEPARTAMENTO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 POSGRADO E INVESTIGACIÓN</a:t>
            </a:r>
          </a:p>
          <a:p>
            <a:pPr algn="ctr"/>
            <a:endParaRPr lang="es-ES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Maestría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EN CALIDAD</a:t>
            </a:r>
          </a:p>
          <a:p>
            <a:pPr algn="ctr"/>
            <a:endParaRPr lang="es-ES_tradnl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ANTEPROYECTO DE INVESTIGACIÓN: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MX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Uso de las TI en la gestión de documentos requeridos para la norma </a:t>
            </a:r>
            <a:r>
              <a:rPr lang="es-MX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ISO 9000 </a:t>
            </a:r>
            <a:r>
              <a:rPr lang="es-MX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en </a:t>
            </a:r>
            <a:r>
              <a:rPr lang="es-MX" sz="1400" b="1" dirty="0" err="1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mipymes</a:t>
            </a:r>
            <a:r>
              <a:rPr lang="es-MX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 del sector automotriz</a:t>
            </a:r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endParaRPr lang="es-ES_tradnl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r>
              <a:rPr lang="es-ES_tradnl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PRESENTA</a:t>
            </a:r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: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Ing. Martha Rodríguez Chávez</a:t>
            </a:r>
            <a:endParaRPr lang="es-ES_tradnl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 </a:t>
            </a:r>
            <a:r>
              <a:rPr lang="es-ES_tradnl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DIRECTOR DE </a:t>
            </a:r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TESIS: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M.I.A José Martín Hernandez Muñoz 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</p:txBody>
      </p:sp>
      <p:pic>
        <p:nvPicPr>
          <p:cNvPr id="2051" name="Imagen 12" descr="LOGOTIPO UTEC 20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062" y="214178"/>
            <a:ext cx="1743075" cy="63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n 14" descr="http://semanaciencia.guanajuato.gob.mx/img/logo-SE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96" y="199755"/>
            <a:ext cx="1687134" cy="63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agen 15" descr="http://ut2012.utgutierrezzamora.edu.mx/wp-content/themes/UniversidadZamora/images/sep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8600"/>
            <a:ext cx="1617104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ector recto 9"/>
          <p:cNvSpPr>
            <a:spLocks noChangeShapeType="1"/>
          </p:cNvSpPr>
          <p:nvPr/>
        </p:nvSpPr>
        <p:spPr bwMode="auto">
          <a:xfrm>
            <a:off x="971549" y="914400"/>
            <a:ext cx="101215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763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Título </a:t>
            </a:r>
            <a:r>
              <a:rPr lang="es-MX" sz="4000" b="1" dirty="0"/>
              <a:t>de la Tesis: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just"/>
            <a:r>
              <a:rPr lang="es-MX" sz="3200" dirty="0" smtClean="0"/>
              <a:t>Uso </a:t>
            </a:r>
            <a:r>
              <a:rPr lang="es-MX" sz="3200" dirty="0"/>
              <a:t>de las TI en la gestión de documentos requeridos para la norma </a:t>
            </a:r>
            <a:r>
              <a:rPr lang="es-MX" sz="3200" dirty="0" smtClean="0"/>
              <a:t>ISO 9000en </a:t>
            </a:r>
            <a:r>
              <a:rPr lang="es-MX" sz="3200" dirty="0" err="1"/>
              <a:t>mipymes</a:t>
            </a:r>
            <a:r>
              <a:rPr lang="es-MX" sz="3200" dirty="0"/>
              <a:t> del sector automotriz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76123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Descripción </a:t>
            </a:r>
            <a:r>
              <a:rPr lang="es-MX" sz="4000" b="1" dirty="0"/>
              <a:t>del Problema: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224584"/>
            <a:ext cx="10058400" cy="364450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Industria automotriz, la de mayor valor agregado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Crecimiento de la industria en Celaya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Requerimiento de la industria para cumplir normas </a:t>
            </a:r>
            <a:r>
              <a:rPr lang="es-ES" dirty="0" smtClean="0"/>
              <a:t>(ISO 9000)</a:t>
            </a:r>
            <a:endParaRPr lang="es-E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Complejidad de mantener la </a:t>
            </a:r>
            <a:r>
              <a:rPr lang="es-ES" dirty="0" smtClean="0"/>
              <a:t>documentación</a:t>
            </a:r>
            <a:endParaRPr lang="es-E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Poco uso de las </a:t>
            </a:r>
            <a:r>
              <a:rPr lang="es-ES" dirty="0" err="1" smtClean="0"/>
              <a:t>TI’s</a:t>
            </a:r>
            <a:r>
              <a:rPr lang="es-ES" dirty="0" smtClean="0"/>
              <a:t> por parte de las </a:t>
            </a:r>
            <a:r>
              <a:rPr lang="es-ES" dirty="0" err="1" smtClean="0"/>
              <a:t>mipymes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909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Definición </a:t>
            </a:r>
            <a:r>
              <a:rPr lang="es-MX" sz="4000" b="1" dirty="0"/>
              <a:t>y formulación del problema: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224584"/>
            <a:ext cx="10058400" cy="3644509"/>
          </a:xfrm>
        </p:spPr>
        <p:txBody>
          <a:bodyPr/>
          <a:lstStyle/>
          <a:p>
            <a:r>
              <a:rPr lang="es-MX" dirty="0" smtClean="0"/>
              <a:t>Generar software </a:t>
            </a:r>
            <a:r>
              <a:rPr lang="es-MX" dirty="0"/>
              <a:t>que se encargue de mantener la organización de la documentación requerida en la norma </a:t>
            </a:r>
            <a:r>
              <a:rPr lang="es-MX" dirty="0" smtClean="0"/>
              <a:t>ISO 9000 </a:t>
            </a:r>
            <a:r>
              <a:rPr lang="es-MX" dirty="0"/>
              <a:t>facilitara el cumplimiento de este requisito.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561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Objetivo </a:t>
            </a:r>
            <a:r>
              <a:rPr lang="es-MX" sz="4000" b="1" dirty="0"/>
              <a:t>General de Investigación: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197290"/>
            <a:ext cx="10058400" cy="3671804"/>
          </a:xfrm>
        </p:spPr>
        <p:txBody>
          <a:bodyPr/>
          <a:lstStyle/>
          <a:p>
            <a:r>
              <a:rPr lang="es-MX" dirty="0"/>
              <a:t>El objetivo de la investigación es desarrollar un software para la gestión de documentos de la norma </a:t>
            </a:r>
            <a:r>
              <a:rPr lang="es-MX" dirty="0" smtClean="0"/>
              <a:t>ISO 9000.</a:t>
            </a:r>
            <a:endParaRPr lang="es-MX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606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Objetivos </a:t>
            </a:r>
            <a:r>
              <a:rPr lang="es-MX" sz="4000" b="1" dirty="0"/>
              <a:t>Específicos de Investigación: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169994"/>
            <a:ext cx="10058400" cy="36991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s-MX" dirty="0" smtClean="0"/>
              <a:t>Facilitar </a:t>
            </a:r>
            <a:r>
              <a:rPr lang="es-MX" dirty="0"/>
              <a:t>la organización de la documentación, esto incluye tanto consulta como actualización de la misma</a:t>
            </a:r>
            <a:r>
              <a:rPr lang="es-MX" dirty="0" smtClean="0"/>
              <a:t>.</a:t>
            </a:r>
            <a:endParaRPr lang="es-MX" dirty="0"/>
          </a:p>
          <a:p>
            <a:pPr>
              <a:buFont typeface="Wingdings" panose="05000000000000000000" pitchFamily="2" charset="2"/>
              <a:buChar char="§"/>
            </a:pPr>
            <a:r>
              <a:rPr lang="es-MX" dirty="0" smtClean="0"/>
              <a:t>Que </a:t>
            </a:r>
            <a:r>
              <a:rPr lang="es-MX" dirty="0"/>
              <a:t>las </a:t>
            </a:r>
            <a:r>
              <a:rPr lang="es-MX" dirty="0" err="1"/>
              <a:t>mipymes</a:t>
            </a:r>
            <a:r>
              <a:rPr lang="es-MX" dirty="0"/>
              <a:t> puedan hacer uso de las TIC a través del sistema desarrollado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506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Hipótesis</a:t>
            </a:r>
            <a:r>
              <a:rPr lang="es-MX" sz="4000" b="1" dirty="0"/>
              <a:t>: 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129050"/>
            <a:ext cx="10058400" cy="3740043"/>
          </a:xfrm>
        </p:spPr>
        <p:txBody>
          <a:bodyPr/>
          <a:lstStyle/>
          <a:p>
            <a:r>
              <a:rPr lang="es-MX" dirty="0"/>
              <a:t>Las </a:t>
            </a:r>
            <a:r>
              <a:rPr lang="es-MX" dirty="0" err="1"/>
              <a:t>mipymes</a:t>
            </a:r>
            <a:r>
              <a:rPr lang="es-MX" dirty="0"/>
              <a:t> no cuentan con software que los ayude a cumplir más fácilmente con los requisitos de documentación de la norma </a:t>
            </a:r>
            <a:r>
              <a:rPr lang="es-MX" dirty="0" smtClean="0"/>
              <a:t>ISO 9000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822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Delimitación </a:t>
            </a:r>
            <a:r>
              <a:rPr lang="es-MX" sz="4000" b="1" dirty="0"/>
              <a:t>de la investigación: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115402"/>
            <a:ext cx="10058400" cy="3753691"/>
          </a:xfrm>
        </p:spPr>
        <p:txBody>
          <a:bodyPr/>
          <a:lstStyle/>
          <a:p>
            <a:r>
              <a:rPr lang="es-MX" dirty="0"/>
              <a:t>La investigación se aplicara a las </a:t>
            </a:r>
            <a:r>
              <a:rPr lang="es-MX" dirty="0" err="1"/>
              <a:t>mipymes</a:t>
            </a:r>
            <a:r>
              <a:rPr lang="es-MX" dirty="0"/>
              <a:t> del ramo de manufactura automotriz ubicadas en la ciudad de Celaya que ya cuenten con la norma </a:t>
            </a:r>
            <a:r>
              <a:rPr lang="es-MX" dirty="0" smtClean="0"/>
              <a:t>ISO 9000 </a:t>
            </a:r>
            <a:r>
              <a:rPr lang="es-MX" dirty="0"/>
              <a:t>y que aún no cuenten con software que los asista con su documentación.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490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Justificación </a:t>
            </a:r>
            <a:r>
              <a:rPr lang="es-MX" sz="4000" b="1" dirty="0"/>
              <a:t>de la Tesis: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80" y="2265528"/>
            <a:ext cx="10058400" cy="3603566"/>
          </a:xfrm>
        </p:spPr>
        <p:txBody>
          <a:bodyPr/>
          <a:lstStyle/>
          <a:p>
            <a:r>
              <a:rPr lang="es-MX" dirty="0"/>
              <a:t>La investigación se aplicara a las </a:t>
            </a:r>
            <a:r>
              <a:rPr lang="es-MX" dirty="0" err="1"/>
              <a:t>mipymes</a:t>
            </a:r>
            <a:r>
              <a:rPr lang="es-MX" dirty="0"/>
              <a:t> del ramo de manufactura automotriz ubicadas en la ciudad de Celaya que ya cuenten con la norma </a:t>
            </a:r>
            <a:r>
              <a:rPr lang="es-MX" dirty="0" smtClean="0"/>
              <a:t>ISO 9000 </a:t>
            </a:r>
            <a:r>
              <a:rPr lang="es-MX" dirty="0"/>
              <a:t>y que aún no cuenten con software que los asista con su documentación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182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Referencias </a:t>
            </a:r>
            <a:r>
              <a:rPr lang="es-MX" sz="4000" b="1" dirty="0"/>
              <a:t>Documentales: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1. INEGI. (2004). Censos Económicos 2004. México</a:t>
            </a:r>
            <a:r>
              <a:rPr lang="es-MX" dirty="0" smtClean="0"/>
              <a:t>.</a:t>
            </a:r>
            <a:r>
              <a:rPr lang="es-MX" dirty="0"/>
              <a:t> </a:t>
            </a:r>
          </a:p>
          <a:p>
            <a:r>
              <a:rPr lang="es-MX" dirty="0"/>
              <a:t>2. </a:t>
            </a:r>
            <a:r>
              <a:rPr lang="es-MX" dirty="0" err="1"/>
              <a:t>Doing</a:t>
            </a:r>
            <a:r>
              <a:rPr lang="es-MX" dirty="0"/>
              <a:t> Business en México - </a:t>
            </a:r>
            <a:r>
              <a:rPr lang="es-MX" dirty="0" err="1"/>
              <a:t>Doing</a:t>
            </a:r>
            <a:r>
              <a:rPr lang="es-MX" dirty="0"/>
              <a:t> Business - Banco Mundial. (2016). Espanol.doingbusiness.org. Recuperado 27 June 2016, de </a:t>
            </a:r>
            <a:r>
              <a:rPr lang="es-MX" dirty="0">
                <a:hlinkClick r:id="rId2"/>
              </a:rPr>
              <a:t>http://espanol.doingbusiness.org/data/exploreeconomies/mexico</a:t>
            </a:r>
            <a:r>
              <a:rPr lang="es-MX" dirty="0" smtClean="0">
                <a:hlinkClick r:id="rId2"/>
              </a:rPr>
              <a:t>/</a:t>
            </a:r>
            <a:r>
              <a:rPr lang="es-MX" dirty="0"/>
              <a:t> </a:t>
            </a:r>
          </a:p>
          <a:p>
            <a:r>
              <a:rPr lang="es-MX" dirty="0"/>
              <a:t>3. Staff, F. (2015). ¿Quiénes son los (verdaderos) ganadores del auge automotriz? Forbes México. Recuperado 27 June 2016, de </a:t>
            </a:r>
            <a:r>
              <a:rPr lang="es-MX" dirty="0">
                <a:hlinkClick r:id="rId3"/>
              </a:rPr>
              <a:t>http://www.forbes.com.mx/estos-son-los-ganadores-y-los-perdedores-del-boom-automotriz</a:t>
            </a:r>
            <a:r>
              <a:rPr lang="es-MX" dirty="0" smtClean="0">
                <a:hlinkClick r:id="rId3"/>
              </a:rPr>
              <a:t>/</a:t>
            </a:r>
            <a:r>
              <a:rPr lang="es-MX" dirty="0"/>
              <a:t> </a:t>
            </a:r>
          </a:p>
          <a:p>
            <a:r>
              <a:rPr lang="es-MX" dirty="0"/>
              <a:t>4. Las PYMES y su relación con las TIC: tecnologías de información y comunicaciones - Evaluando ERP. (2014). Evaluando ERP. Recuperado 30 June 2016, de </a:t>
            </a:r>
            <a:r>
              <a:rPr lang="es-MX" dirty="0">
                <a:hlinkClick r:id="rId4"/>
              </a:rPr>
              <a:t>http://www.evaluandoerp.com/las-pymes-y-su-relacion-con-las-tic-tecnologias-de-informacion-y-comunicaciones</a:t>
            </a:r>
            <a:r>
              <a:rPr lang="es-MX" dirty="0" smtClean="0">
                <a:hlinkClick r:id="rId4"/>
              </a:rPr>
              <a:t>/</a:t>
            </a:r>
            <a:r>
              <a:rPr lang="es-MX" dirty="0"/>
              <a:t> </a:t>
            </a:r>
          </a:p>
          <a:p>
            <a:r>
              <a:rPr lang="es-MX" dirty="0"/>
              <a:t>5. DOF - Diario Oficial de la Federación. (2016). Dof.gob.mx. Recuperado 28 June 2016, de </a:t>
            </a:r>
            <a:r>
              <a:rPr lang="es-MX" dirty="0">
                <a:hlinkClick r:id="rId5"/>
              </a:rPr>
              <a:t>http://</a:t>
            </a:r>
            <a:r>
              <a:rPr lang="es-MX" dirty="0" smtClean="0">
                <a:hlinkClick r:id="rId5"/>
              </a:rPr>
              <a:t>www.dof.gob.mx/nota_detalle.php?codigo=5096849&amp;fecha=30/06/2009</a:t>
            </a:r>
            <a:r>
              <a:rPr lang="es-MX" dirty="0"/>
              <a:t> </a:t>
            </a:r>
          </a:p>
          <a:p>
            <a:r>
              <a:rPr lang="es-MX" dirty="0"/>
              <a:t>6. Palomo González, M. (2016). Los procesos de gestión y la problemática de las Pymes (1st ed.). Monterrey, NL. Recuperado de </a:t>
            </a:r>
            <a:r>
              <a:rPr lang="es-MX" dirty="0">
                <a:hlinkClick r:id="rId6"/>
              </a:rPr>
              <a:t>http://</a:t>
            </a:r>
            <a:r>
              <a:rPr lang="es-MX" dirty="0" smtClean="0">
                <a:hlinkClick r:id="rId6"/>
              </a:rPr>
              <a:t>www.nacionmulticultural.unam.mx/empresasindigenas/docs/1810.pdf</a:t>
            </a:r>
            <a:r>
              <a:rPr lang="es-MX" dirty="0" smtClean="0"/>
              <a:t>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21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Cronograma </a:t>
            </a:r>
            <a:r>
              <a:rPr lang="es-MX" sz="4000" b="1" dirty="0"/>
              <a:t>de Actividades: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433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ció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5444</TotalTime>
  <Words>335</Words>
  <Application>Microsoft Office PowerPoint</Application>
  <PresentationFormat>Panorámica</PresentationFormat>
  <Paragraphs>42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Aharoni</vt:lpstr>
      <vt:lpstr>Arial Narrow</vt:lpstr>
      <vt:lpstr>Calibri</vt:lpstr>
      <vt:lpstr>Calibri Light</vt:lpstr>
      <vt:lpstr>Wingdings</vt:lpstr>
      <vt:lpstr>Retrospección</vt:lpstr>
      <vt:lpstr>Presentación de PowerPoint</vt:lpstr>
      <vt:lpstr>Título de la Tesis:</vt:lpstr>
      <vt:lpstr>Descripción del Problema:</vt:lpstr>
      <vt:lpstr>Definición y formulación del problema:</vt:lpstr>
      <vt:lpstr>Objetivo General de Investigación:</vt:lpstr>
      <vt:lpstr>Objetivos Específicos de Investigación:</vt:lpstr>
      <vt:lpstr>Hipótesis: </vt:lpstr>
      <vt:lpstr>Delimitación de la investigación:</vt:lpstr>
      <vt:lpstr>Justificación de la Tesis:</vt:lpstr>
      <vt:lpstr>Referencias Documentales:</vt:lpstr>
      <vt:lpstr>Cronograma de Actividades: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Carrillo</dc:creator>
  <cp:lastModifiedBy>martha rodriguez</cp:lastModifiedBy>
  <cp:revision>500</cp:revision>
  <cp:lastPrinted>2014-11-29T18:48:59Z</cp:lastPrinted>
  <dcterms:created xsi:type="dcterms:W3CDTF">2014-11-04T15:06:33Z</dcterms:created>
  <dcterms:modified xsi:type="dcterms:W3CDTF">2017-03-04T19:23:51Z</dcterms:modified>
</cp:coreProperties>
</file>