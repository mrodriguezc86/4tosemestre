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2" r:id="rId1"/>
  </p:sldMasterIdLst>
  <p:notesMasterIdLst>
    <p:notesMasterId r:id="rId13"/>
  </p:notesMasterIdLst>
  <p:sldIdLst>
    <p:sldId id="744" r:id="rId2"/>
    <p:sldId id="870" r:id="rId3"/>
    <p:sldId id="868" r:id="rId4"/>
    <p:sldId id="869" r:id="rId5"/>
    <p:sldId id="871" r:id="rId6"/>
    <p:sldId id="872" r:id="rId7"/>
    <p:sldId id="873" r:id="rId8"/>
    <p:sldId id="874" r:id="rId9"/>
    <p:sldId id="875" r:id="rId10"/>
    <p:sldId id="876" r:id="rId11"/>
    <p:sldId id="877" r:id="rId12"/>
  </p:sldIdLst>
  <p:sldSz cx="12192000" cy="6858000"/>
  <p:notesSz cx="7053263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9822" autoAdjust="0"/>
  </p:normalViewPr>
  <p:slideViewPr>
    <p:cSldViewPr snapToGrid="0">
      <p:cViewPr varScale="1">
        <p:scale>
          <a:sx n="74" d="100"/>
          <a:sy n="74" d="100"/>
        </p:scale>
        <p:origin x="-450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95738" y="0"/>
            <a:ext cx="3055937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A35DD-BB60-4A7C-95AE-9B1BF214BF80}" type="datetimeFigureOut">
              <a:rPr lang="es-MX" smtClean="0"/>
              <a:t>18/06/2016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4850" y="4479925"/>
            <a:ext cx="5643563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559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95738" y="8842375"/>
            <a:ext cx="3055937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28E4A-D73A-4412-8DEC-5A0E52DE665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149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7DB53-9049-4435-8427-8569EEC05A37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38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3381-7C26-42EF-9605-2F76612CBE76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92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E53FA-42E7-4912-AD86-50753164A0A8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536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708B-9AF8-45B1-BCF9-9EA80A313A06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726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F61D3-2EF6-4A40-9DF1-ACA300265288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88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15CA6-84EE-4973-8DCD-0D2D343147C2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489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87CB-2E57-4777-8053-DF1F9DD55BFC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262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A2C5ADD-FF69-48F7-80F2-0F9ABA2E62B6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44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A58D1-DEB2-43FA-B94F-0875E6632D03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77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D4828-2529-4838-80E3-45A3E7846EDC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751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622AB-DB47-4303-8C67-CD98433B55F2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595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D69E647-7E9F-4F50-A25F-A7F869E254F0}" type="datetime1">
              <a:rPr lang="en-US" smtClean="0"/>
              <a:t>6/18/2016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s-MX" smtClean="0"/>
              <a:t>PROYECTO QUANTUM                   DR. HUGO CARRILLO RDORÍGUEZ                    CHAMPION PROYECTO                      UNIVERSIDAD TECNOLOGICA DEL CENTRO DE MEXICO "CAMPUS CELAYA"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328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03142" y="914400"/>
            <a:ext cx="10058400" cy="5943600"/>
          </a:xfrm>
        </p:spPr>
        <p:txBody>
          <a:bodyPr>
            <a:noAutofit/>
          </a:bodyPr>
          <a:lstStyle/>
          <a:p>
            <a:pPr algn="ctr"/>
            <a:r>
              <a:rPr lang="es-ES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UNIVERSIDAD </a:t>
            </a:r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Tecnológica </a:t>
            </a:r>
            <a:r>
              <a:rPr lang="es-ES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DEL CENTRO DE </a:t>
            </a:r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México</a:t>
            </a:r>
          </a:p>
          <a:p>
            <a:pPr algn="ctr"/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 CAMPUS </a:t>
            </a:r>
            <a:r>
              <a:rPr lang="es-ES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CELAYA</a:t>
            </a:r>
          </a:p>
          <a:p>
            <a:pPr algn="ctr"/>
            <a:endParaRPr lang="es-ES" sz="1400" b="1" dirty="0" smtClean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DEPARTAMENTO </a:t>
            </a:r>
            <a:r>
              <a:rPr lang="es-ES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DE POSGRADO E INVESTIGACIÓN</a:t>
            </a:r>
          </a:p>
          <a:p>
            <a:pPr algn="ctr"/>
            <a:endParaRPr lang="es-ES" sz="1400" b="1" dirty="0" smtClean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Maestría </a:t>
            </a:r>
            <a:r>
              <a:rPr lang="es-ES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EN CALIDAD</a:t>
            </a:r>
          </a:p>
          <a:p>
            <a:pPr algn="ctr"/>
            <a:endParaRPr lang="es-ES_tradnl" sz="1400" b="1" dirty="0" smtClean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ANTEPROYECTO DE INVESTIGACIÓN:</a:t>
            </a:r>
            <a:endParaRPr lang="es-ES" sz="1400" b="1" dirty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_tradnl" sz="1400" b="1" dirty="0" smtClean="0">
                <a:solidFill>
                  <a:srgbClr val="FF0000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TITULO</a:t>
            </a:r>
          </a:p>
          <a:p>
            <a:pPr algn="ctr"/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 </a:t>
            </a:r>
            <a:endParaRPr lang="es-ES_tradnl" sz="1400" b="1" dirty="0" smtClean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 </a:t>
            </a:r>
            <a:r>
              <a:rPr lang="es-ES_tradnl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PRESENTA</a:t>
            </a:r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:</a:t>
            </a:r>
            <a:endParaRPr lang="es-ES" sz="1400" b="1" dirty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_tradnl" sz="1400" b="1" dirty="0">
                <a:solidFill>
                  <a:srgbClr val="FF0000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 </a:t>
            </a:r>
            <a:r>
              <a:rPr lang="es-ES_tradnl" sz="1400" b="1" dirty="0" smtClean="0">
                <a:solidFill>
                  <a:srgbClr val="FF0000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NOMBRE </a:t>
            </a:r>
            <a:r>
              <a:rPr lang="es-ES_tradnl" sz="1400" b="1" dirty="0">
                <a:solidFill>
                  <a:srgbClr val="FF0000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DEL </a:t>
            </a:r>
            <a:r>
              <a:rPr lang="es-ES_tradnl" sz="1400" b="1" dirty="0" smtClean="0">
                <a:solidFill>
                  <a:srgbClr val="FF0000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ALUMNO</a:t>
            </a:r>
          </a:p>
          <a:p>
            <a:pPr algn="ctr"/>
            <a:endParaRPr lang="es-ES_tradnl" sz="1400" b="1" dirty="0" smtClean="0">
              <a:solidFill>
                <a:srgbClr val="FF0000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  </a:t>
            </a:r>
            <a:r>
              <a:rPr lang="es-ES_tradnl" sz="1400" b="1" dirty="0" smtClean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DIRECTOR DE </a:t>
            </a:r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TESIS:</a:t>
            </a:r>
            <a:endParaRPr lang="es-ES" sz="1400" b="1" dirty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_tradnl" sz="1400" b="1" dirty="0">
                <a:solidFill>
                  <a:srgbClr val="FF0000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 </a:t>
            </a:r>
            <a:r>
              <a:rPr lang="es-ES_tradnl" sz="1400" b="1" dirty="0" smtClean="0">
                <a:solidFill>
                  <a:srgbClr val="FF0000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NOMBRE </a:t>
            </a:r>
            <a:r>
              <a:rPr lang="es-ES_tradnl" sz="1400" b="1" dirty="0">
                <a:solidFill>
                  <a:srgbClr val="FF0000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DEL DIRECTOR</a:t>
            </a:r>
            <a:endParaRPr lang="es-ES" sz="1400" b="1" dirty="0">
              <a:solidFill>
                <a:srgbClr val="FF0000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pPr algn="ctr"/>
            <a:r>
              <a:rPr lang="es-ES_tradnl" sz="1400" b="1" dirty="0">
                <a:solidFill>
                  <a:schemeClr val="tx1"/>
                </a:solidFill>
                <a:latin typeface="Arial Narrow" panose="020B0606020202030204" pitchFamily="34" charset="0"/>
                <a:cs typeface="Aharoni" panose="02010803020104030203" pitchFamily="2" charset="-79"/>
              </a:rPr>
              <a:t> </a:t>
            </a:r>
            <a:endParaRPr lang="es-ES" sz="1400" b="1" dirty="0">
              <a:solidFill>
                <a:schemeClr val="tx1"/>
              </a:solidFill>
              <a:latin typeface="Arial Narrow" panose="020B0606020202030204" pitchFamily="34" charset="0"/>
              <a:cs typeface="Aharoni" panose="02010803020104030203" pitchFamily="2" charset="-79"/>
            </a:endParaRPr>
          </a:p>
        </p:txBody>
      </p:sp>
      <p:pic>
        <p:nvPicPr>
          <p:cNvPr id="2051" name="Imagen 12" descr="LOGOTIPO UTEC 20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062" y="214178"/>
            <a:ext cx="1743075" cy="63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Imagen 14" descr="http://semanaciencia.guanajuato.gob.mx/img/logo-SE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396" y="199755"/>
            <a:ext cx="1687134" cy="63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Imagen 15" descr="http://ut2012.utgutierrezzamora.edu.mx/wp-content/themes/UniversidadZamora/images/sep-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28600"/>
            <a:ext cx="1617104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ector recto 9"/>
          <p:cNvSpPr>
            <a:spLocks noChangeShapeType="1"/>
          </p:cNvSpPr>
          <p:nvPr/>
        </p:nvSpPr>
        <p:spPr bwMode="auto">
          <a:xfrm>
            <a:off x="971549" y="914400"/>
            <a:ext cx="1012158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763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Título </a:t>
            </a:r>
            <a:r>
              <a:rPr lang="es-MX" sz="4000" b="1" dirty="0"/>
              <a:t>de la Tesis: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123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Descripción </a:t>
            </a:r>
            <a:r>
              <a:rPr lang="es-MX" sz="4000" b="1" dirty="0"/>
              <a:t>del Problema: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909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Definición </a:t>
            </a:r>
            <a:r>
              <a:rPr lang="es-MX" sz="4000" b="1" dirty="0"/>
              <a:t>y formulación del problema: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618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Objetivo </a:t>
            </a:r>
            <a:r>
              <a:rPr lang="es-MX" sz="4000" b="1" dirty="0"/>
              <a:t>General de Investigación: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606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Objetivos </a:t>
            </a:r>
            <a:r>
              <a:rPr lang="es-MX" sz="4000" b="1" dirty="0"/>
              <a:t>Específicos de Investigación: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069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Hipótesis</a:t>
            </a:r>
            <a:r>
              <a:rPr lang="es-MX" sz="4000" b="1" dirty="0"/>
              <a:t>: 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224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Delimitación </a:t>
            </a:r>
            <a:r>
              <a:rPr lang="es-MX" sz="4000" b="1" dirty="0"/>
              <a:t>de la investigación: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490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Justificación </a:t>
            </a:r>
            <a:r>
              <a:rPr lang="es-MX" sz="4000" b="1" dirty="0"/>
              <a:t>de la Tesis: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182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Referencias </a:t>
            </a:r>
            <a:r>
              <a:rPr lang="es-MX" sz="4000" b="1" dirty="0"/>
              <a:t>Documentales: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215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b="1" dirty="0" smtClean="0"/>
              <a:t>Cronograma </a:t>
            </a:r>
            <a:r>
              <a:rPr lang="es-MX" sz="4000" b="1" dirty="0"/>
              <a:t>de Actividades:</a:t>
            </a:r>
            <a:endParaRPr lang="es-ES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433088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5297</TotalTime>
  <Words>66</Words>
  <Application>Microsoft Office PowerPoint</Application>
  <PresentationFormat>Personalizado</PresentationFormat>
  <Paragraphs>26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Retrospección</vt:lpstr>
      <vt:lpstr>Presentación de PowerPoint</vt:lpstr>
      <vt:lpstr>Título de la Tesis:</vt:lpstr>
      <vt:lpstr>Descripción del Problema:</vt:lpstr>
      <vt:lpstr>Definición y formulación del problema:</vt:lpstr>
      <vt:lpstr>Objetivo General de Investigación:</vt:lpstr>
      <vt:lpstr>Objetivos Específicos de Investigación:</vt:lpstr>
      <vt:lpstr>Hipótesis: </vt:lpstr>
      <vt:lpstr>Delimitación de la investigación:</vt:lpstr>
      <vt:lpstr>Justificación de la Tesis:</vt:lpstr>
      <vt:lpstr>Referencias Documentales:</vt:lpstr>
      <vt:lpstr>Cronograma de Actividades:</vt:lpstr>
    </vt:vector>
  </TitlesOfParts>
  <Company>Toshiba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Carrillo</dc:creator>
  <cp:lastModifiedBy>Jauregui</cp:lastModifiedBy>
  <cp:revision>496</cp:revision>
  <cp:lastPrinted>2014-11-29T18:48:59Z</cp:lastPrinted>
  <dcterms:created xsi:type="dcterms:W3CDTF">2014-11-04T15:06:33Z</dcterms:created>
  <dcterms:modified xsi:type="dcterms:W3CDTF">2016-06-18T05:01:10Z</dcterms:modified>
</cp:coreProperties>
</file>