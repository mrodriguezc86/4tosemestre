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6/10/2017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Proyecto Final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err="1" smtClean="0"/>
              <a:t>Singularity</a:t>
            </a:r>
            <a:r>
              <a:rPr lang="es-MX" dirty="0" smtClean="0"/>
              <a:t> Software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9585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Planeación</a:t>
            </a:r>
            <a:endParaRPr lang="es-MX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46" y="2785851"/>
            <a:ext cx="11923865" cy="318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25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Organigrama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939" y="2429645"/>
            <a:ext cx="8199974" cy="363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7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Misión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ES" dirty="0" smtClean="0"/>
              <a:t>Ayudar </a:t>
            </a:r>
            <a:r>
              <a:rPr lang="es-ES" dirty="0"/>
              <a:t>a nuestros clientes al logro de sus objetivos mediante soluciones de software basadas en herramientas actuales y proporcionar soporte oportuno para el software implementado. Proveer a nuestros empleados capacitación y crecimientos constante, así como un entorno propicio para la innovación y la experimentación de nuevas tecnologías.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96327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Visión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 smtClean="0"/>
          </a:p>
          <a:p>
            <a:r>
              <a:rPr lang="es-ES" dirty="0"/>
              <a:t>Fortalecer lazos con los clientes internos, estandarizar nuestros procesos y lograr la certificación ISO 9001:2015 con miras a salir al mercado y lograr en los próximos 5 años tener una cartera de proyectos conformadas en un 50% por proyectos del grupo </a:t>
            </a:r>
            <a:r>
              <a:rPr lang="es-ES" dirty="0" err="1"/>
              <a:t>Singularity</a:t>
            </a:r>
            <a:r>
              <a:rPr lang="es-ES" dirty="0"/>
              <a:t> y 50% a clientes externos al grupo.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9046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Formato: Manual de calidad</a:t>
            </a:r>
            <a:endParaRPr lang="es-MX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684" y="2131060"/>
            <a:ext cx="6824453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9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Formato: Descripción de puesto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1298" y="2131060"/>
            <a:ext cx="3236802" cy="457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7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Formato: Procedimientos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5994" y="2085340"/>
            <a:ext cx="4390705" cy="466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4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Formato: Instrucción de trabajo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335" y="2428399"/>
            <a:ext cx="9135773" cy="383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Mapeo de procesos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7354" y="2131060"/>
            <a:ext cx="6611354" cy="456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30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Objetivos del proceso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321" y="2807494"/>
            <a:ext cx="10590442" cy="238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0" y="753228"/>
            <a:ext cx="9613861" cy="1080938"/>
          </a:xfrm>
        </p:spPr>
        <p:txBody>
          <a:bodyPr/>
          <a:lstStyle/>
          <a:p>
            <a:r>
              <a:rPr lang="es-MX" dirty="0" smtClean="0"/>
              <a:t>AMEF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580" y="2131060"/>
            <a:ext cx="11043580" cy="454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36704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Berlín</Template>
  <TotalTime>48</TotalTime>
  <Words>136</Words>
  <Application>Microsoft Office PowerPoint</Application>
  <PresentationFormat>Panorámica</PresentationFormat>
  <Paragraphs>17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Berlín</vt:lpstr>
      <vt:lpstr>Proyecto Final</vt:lpstr>
      <vt:lpstr>Planeación</vt:lpstr>
      <vt:lpstr>Organigrama</vt:lpstr>
      <vt:lpstr>Misión</vt:lpstr>
      <vt:lpstr>Visión</vt:lpstr>
      <vt:lpstr>Formato: Manual de calidad</vt:lpstr>
      <vt:lpstr>Formato: Descripción de puesto</vt:lpstr>
      <vt:lpstr>Formato: Procedimientos</vt:lpstr>
      <vt:lpstr>Formato: Instrucción de trabajo</vt:lpstr>
      <vt:lpstr>Mapeo de procesos</vt:lpstr>
      <vt:lpstr>Objetivos del proceso</vt:lpstr>
      <vt:lpstr>AMEF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</dc:title>
  <dc:creator>martha rodriguez</dc:creator>
  <cp:lastModifiedBy>martha rodriguez</cp:lastModifiedBy>
  <cp:revision>5</cp:revision>
  <dcterms:created xsi:type="dcterms:W3CDTF">2017-06-10T14:12:39Z</dcterms:created>
  <dcterms:modified xsi:type="dcterms:W3CDTF">2017-06-10T15:00:45Z</dcterms:modified>
</cp:coreProperties>
</file>